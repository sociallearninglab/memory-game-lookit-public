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1" r:id="rId2"/>
    <p:sldId id="360" r:id="rId3"/>
    <p:sldId id="362" r:id="rId4"/>
    <p:sldId id="363" r:id="rId5"/>
    <p:sldId id="364" r:id="rId6"/>
    <p:sldId id="365" r:id="rId7"/>
    <p:sldId id="370" r:id="rId8"/>
    <p:sldId id="366" r:id="rId9"/>
    <p:sldId id="367" r:id="rId10"/>
    <p:sldId id="368" r:id="rId11"/>
    <p:sldId id="372" r:id="rId12"/>
    <p:sldId id="373" r:id="rId13"/>
    <p:sldId id="371" r:id="rId14"/>
    <p:sldId id="369" r:id="rId15"/>
    <p:sldId id="3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06"/>
    <p:restoredTop sz="94638"/>
  </p:normalViewPr>
  <p:slideViewPr>
    <p:cSldViewPr snapToGrid="0">
      <p:cViewPr varScale="1">
        <p:scale>
          <a:sx n="99" d="100"/>
          <a:sy n="99" d="100"/>
        </p:scale>
        <p:origin x="20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64ED-A81A-3506-5D69-9A714529A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EF89E-5FF7-6EEE-2FF8-4C0D968E8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C12C3-BBBE-FAC4-70E3-5FBE336D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F9585-FB7B-D300-1731-8FA4F295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E4A28-F257-F52E-D435-6C55496A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0713-432C-8355-9061-2FDBC7E8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31E30-1B26-F9F6-D2C5-490F69FA8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5856E-2CE7-8A5B-E0B4-A5ED44CF7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12997-0C54-F9F6-08D3-1205DACD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1AC2B-23D3-3B0C-0384-E2E6FC54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03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E9C6-6053-6E72-D202-C60A4230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A0995-6CBA-46AF-B8A2-E6800367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D5EA1-D48E-4330-59AA-17A1B6BA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D5A65-2816-34EF-526F-62567F93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18E58-E8F1-D5A2-1D36-A0482622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2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9129-E5DE-1EAD-B25E-0A9B870B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8A36F-3826-8D04-C62E-67F51E095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1D57D-575C-C2F4-92A7-6851041F7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A0151-4C63-84CF-6423-49F1B1F8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23DB6-FB22-637B-201E-86E70D62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7E78D-9918-C28A-E2A3-22B2D574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7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8969-B55D-AC98-3B87-91EB91C7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73BD9-C6E2-0685-9DCE-9716F8C87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6B4D8-5F05-4532-8369-805409333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EC7E3-E9E5-200F-B0E4-589D47F38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CDE01-7E6F-D59B-D43F-AAC4EDCD13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28E79B-FDE4-8D54-B483-7E21AB04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71717-D790-F4ED-2532-4E462F4B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756F1-8E11-1690-169C-B93C89EB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2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99D5-A549-E314-4FF0-32319ECB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31F16-8DAC-E435-E552-5368680F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FAD0C-3386-060D-9A13-9419CF3B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34F7B-B87F-4F17-2727-F6E72FE0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6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D2997-F438-B93E-137B-09251056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3A796-A2E4-C7C9-3788-5B302E81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02535-B511-5C91-F598-C1647E3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8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AA6A-71DD-5FAF-AF5D-F7E778324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F3EA1-C286-8DCC-A2AD-EFF125200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02C57-0FED-678E-5D26-A140632B3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5EDEB-742C-7CAF-8A2F-CDCADB64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81899-0BCC-F668-BAC1-668560A9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18BA1-9B8B-852B-D630-1FFB3041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0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D413-2DA3-C18E-1871-C3AE896A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78E51-289D-6D87-D3CD-3E583D0B0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FA9CC-0CB6-FA40-D10E-D7A58F736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6FD9-70B1-7F6E-44E0-8B3F3924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065DC-AE5D-6F22-CB57-D65EB508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F8D2D-F235-79F4-FBB2-1399C3BB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9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CA2C-DFE2-8D0D-8797-6EAD7F76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57C71-48DE-F7AD-2B2A-9FCA98DF3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C253D-2216-149F-5E96-89DE05CF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B1637-8224-9B70-E416-2DAF29E4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C548-0B42-71B4-D6CA-F4E9D4E6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8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8CED68-0892-8EB2-E50A-123A91A58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600D4-78A5-C91D-1C75-405A92879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B507-62E7-D4E1-5C29-9136EF82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66C11-8E71-46E3-EA13-174FC0F7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11DD2-AF45-CFA5-4618-68F1DAB5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2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5FA06-EC71-BBFF-A603-BEBF1D8D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2FDAC-D40E-F9BB-286B-B50DF71AE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C5AF9-D005-6CDA-E8D6-1838A7A34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AC1C1-8471-8848-B888-E64593EA49E8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EC36-7A6A-48DB-CC13-7DC5E39B1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6B81C-96CD-FDC8-95BC-292052AB4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962E6-3C07-6648-9A9C-925EAE21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9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4C0C-343B-4DE3-199D-66337D78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surprising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DCC20-F93B-DAC0-5CF3-51553ED4A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1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DFA1-2E0D-2FDA-38D2-B2B421FD6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61E751E2-CC94-109C-301F-A07419DFD0BF}"/>
              </a:ext>
            </a:extLst>
          </p:cNvPr>
          <p:cNvGrpSpPr/>
          <p:nvPr/>
        </p:nvGrpSpPr>
        <p:grpSpPr>
          <a:xfrm>
            <a:off x="1088970" y="47704"/>
            <a:ext cx="9895047" cy="6739103"/>
            <a:chOff x="1088970" y="47704"/>
            <a:chExt cx="9895047" cy="673910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3B369C9-1168-032F-A09B-C4CAD33270AA}"/>
                </a:ext>
              </a:extLst>
            </p:cNvPr>
            <p:cNvGrpSpPr/>
            <p:nvPr/>
          </p:nvGrpSpPr>
          <p:grpSpPr>
            <a:xfrm>
              <a:off x="1088970" y="47704"/>
              <a:ext cx="9895047" cy="6739103"/>
              <a:chOff x="1088970" y="47704"/>
              <a:chExt cx="9895047" cy="6739103"/>
            </a:xfrm>
          </p:grpSpPr>
          <p:pic>
            <p:nvPicPr>
              <p:cNvPr id="2" name="Picture 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3ADFC47-D2D8-8765-458C-7F333A30F0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" name="Picture 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299358E-6B74-922B-5AE9-0D8A5966F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7" name="Picture 1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247072D-8A1E-DBF1-5FB8-D73B8413D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8" name="Picture 1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26D7CED-C44E-1FF2-7592-0EBED21E0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9" name="Picture 1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EDEFBBA-FE09-4369-873A-6B6BC180CB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0" name="Picture 1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455E1A7-BA36-6648-5AA2-8EF93A65D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1" name="Picture 2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DC9B6DC-2C20-0EAF-CD9D-5F88D67126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2" name="Picture 2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E6F1FD1-4D5E-D631-E71F-B1384D34F9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6" name="Picture 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9E0A67D-4120-7803-D550-67D7E8997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8" name="Picture 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3AE8633-3FB3-A056-7DBC-8916484CF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9" name="Picture 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0246861-F56A-B267-467F-906684331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1" name="Picture 1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587FFA9-381F-2104-1CB1-4B2C3F5CF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2" name="Picture 1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2774469-5EB4-AD77-97EB-CE83ABB80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3" name="Picture 1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D526DB7-465C-1757-BD32-54C18A4F62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4" name="Picture 1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B428ABB-E975-ED8B-1194-9F37D1990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5" name="Picture 1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9A85195-A708-72CB-0F9A-F4E5092DC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3" name="Picture 2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A8D08A6-DAE8-FB2F-869B-E4D40DD8A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4" name="Picture 2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7DE55D5-DC50-F616-A991-FEDFEE232A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5" name="Picture 2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46FC80A-28A2-4FBB-5206-D3F7DE4C99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6" name="Picture 2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DB3FF51-E200-11AE-8447-7AAEE3E0A9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7" name="Picture 2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58965D1-2576-D416-A3B6-401BC46AC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8" name="Picture 2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480870D-0BA4-3D96-4746-6A7AB82DA4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9" name="Picture 2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76DACA6-3F62-E8C0-FF4F-6330F4345F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0" name="Picture 2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D873AE7-EEB4-56E4-5FA9-167316C7E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1" name="Picture 3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D497D4E-02B3-D6B0-273F-200BBCDB35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2" name="Picture 3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0FFE4FC-632B-56D3-D699-2F8CDBEAA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3" name="Picture 3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84889F4-E0AE-1AE5-9357-EF0E9F9B4D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4" name="Picture 3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958A9F9-714C-9878-A9D6-ED4F2F8B4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5" name="Picture 3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C19EC3D-E6D3-33FE-1B3B-0FEE18679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6" name="Picture 3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0D3C100-04A5-6D08-7CFB-BDDD8F5BA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7" name="Picture 3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2601671-9307-064B-A317-88EB79B1D1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8" name="Picture 3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D915A24-D56C-0C84-AFAE-FDF44392FB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9" name="Picture 3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C9225B01-5CF6-BD92-2822-B6E2757DC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0" name="Picture 3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1B7C0A2-079A-6E64-665E-D4F73651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1" name="Picture 4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541B8D6-6FA9-E512-E2A7-714ED365C3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2" name="Picture 4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C85DC55-E208-B5FF-E5B0-047409C6C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3" name="Picture 4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A243FD5-1B30-9B69-12D8-1ACDCEFDD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4" name="Picture 4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B148FC3-9B9D-C86F-518E-2B5E7E64F6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5" name="Picture 4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A724F94-4DB9-6DAC-5ABE-88BC81192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6" name="Picture 4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44DB5E2-C687-30F0-D155-B316A293BD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7" name="Picture 4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E50E2E8-4F63-1C48-4152-38CE52A7F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8" name="Picture 4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3A6301C-1530-6EE1-79A8-A8EC738A1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9" name="Picture 4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CFDF276-A28E-FDC9-CF8E-7AF201A506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0" name="Picture 4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00069F9-AA49-7625-9278-EABD03396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1" name="Picture 5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ECD3D8A-0623-5729-A390-2EB2550557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2" name="Picture 5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983CC5F-C5AB-FA6A-A766-B4068B75B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3" name="Picture 5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896F16C-560B-7BCA-5F9A-C5C52486A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1400846"/>
                <a:ext cx="974922" cy="1371600"/>
              </a:xfrm>
              <a:prstGeom prst="rect">
                <a:avLst/>
              </a:prstGeom>
            </p:spPr>
          </p:pic>
        </p:grpSp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A327A62-722D-32A6-6708-C6D09FB31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8729" y="1405305"/>
              <a:ext cx="974922" cy="1371600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3B76CDF-1BAE-F3F3-2847-C03BD69F6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8288" y="2772446"/>
              <a:ext cx="974922" cy="1371600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E4F1E27-3919-D6B0-ED93-4E43ADAF1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7434" y="5415207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156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C4931-6F15-AD82-1A88-F693C76F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C51B9A-25D9-DB83-EFB5-1736B502E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E41C839-21DE-E1A7-FB0E-6237D149F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701AB4-7D65-D58D-A080-59FAE6B2E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87D3A8-8E84-4BFC-D779-550C5F00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07900B1-9269-7533-D1CB-D56787BBA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B3D2E4-9C67-C3CC-BCCD-39EF5F6F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CAAD2B-E39C-F712-CE25-23B996CF5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55E8BC4-0F95-6546-7D55-3C9D02C24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9B710DE-F2BA-E340-35A5-42F8751CF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408287E-1844-593E-3DA9-8A393940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9045CBE-0323-8DD9-6B6A-0A471645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7767AB7-8723-D6E6-2FD6-CC9B5002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0B24B1-1158-9917-DD2A-639D1D63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F146320-9E51-2314-CC79-459F5CE76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9CE7B1-5F7D-737E-73C7-0EEC920BD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56CA0BF-949D-D494-4F40-5A7B4BB81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46566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BFA2A2C-EAA6-FD53-3FC0-7A514FE8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4" name="Picture 2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C123168-9F1A-52CB-192E-6FFA37067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97C2B1-71D4-4F70-98A2-5A368041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D8D8EAA-73F4-669C-41F7-477B063B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8ED233A-B548-3CD3-9B12-34C70C223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F50E888-39F9-F6CB-C6F8-FC1B9DE50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0376F5-7A0B-C2DF-1177-5734C71E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CEA7E26-CEF4-AC23-E2EC-EA62BCD5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CB873F3-E1CF-F3E5-7F44-3FCF163F2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9876166-A824-58B1-3C38-9FD960FA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0273D01-8524-CC16-D025-340220F5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8B1A8B6-5BD6-2E19-94D9-EC8F10A48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C073E3-E90A-1A37-1F77-D8C7C196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9490208-166D-5F74-507C-05B6E73CA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F7E4628-51F5-DF67-BD1C-6CC4AFD39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C3B6C4D-9583-CBEF-7E9E-725ACB4FF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05C705E-184B-B682-A95B-5BBFA01AA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6A61579-80BC-96AE-9799-D450F74CA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5AA4214-60C7-2AB1-4932-39872AD8A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C3CFF0A-7982-945D-D2FF-65CAB87B1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CBF9845-55A2-0CFD-C3B4-BEB565906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2C5D2F4-DC6F-19E7-A670-5D030F80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E35616D-A115-3E13-743C-D1DED6CD7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6" name="Picture 4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AE97ED1-AD77-9434-4F29-782DE87B3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081095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F28FFFA-D4F0-3C7F-3A7D-3ACB2633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954E579-8F3E-A500-C175-03A60C98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76DF4D5-5C7C-53B8-69AD-4181EC2E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B81F82-F8DE-7405-3D61-32D56C392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E4E9E5F-FD28-9C59-1040-A6908A88A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86C87D-E19D-0F7C-D62F-FE1E0D015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pic>
        <p:nvPicPr>
          <p:cNvPr id="53" name="Picture 5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9B8E817-C822-ED5B-2DAD-2B723BEF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1400846"/>
            <a:ext cx="974922" cy="137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A3F580-9AAC-D01A-518B-73F5DD2B2EDA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4" name="Picture 5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782238D-3E23-55F8-DA5E-EE95A1C1A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29" y="1405305"/>
            <a:ext cx="974922" cy="1371600"/>
          </a:xfrm>
          <a:prstGeom prst="rect">
            <a:avLst/>
          </a:prstGeom>
        </p:spPr>
      </p:pic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4BCC468-6AC6-06DE-37E2-AB6FA1820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757" y="2743200"/>
            <a:ext cx="974922" cy="1371600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8DB4123-767B-6FE4-08D6-726DD0780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4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0E32-9183-5FF6-5A0D-12F3F49F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AC41A48-3C3C-9B64-F2F3-72E43CDD7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A4EF63E-DB36-867A-8151-F4A841BD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DEB3380-F974-509E-8C79-7BB801851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E8F9E8-8CC9-0D21-96E9-00D7F9517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CE420B4-DE48-B211-7425-83DB3A2C8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BBB1C0A-5A3F-3182-9011-81B56118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965B5F-AF59-3699-6F2B-24B5EF37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DFF379D-3467-CC32-F4C4-43733C6F2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3A2287-0DE8-D61E-226B-76BB9651D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1FB3DC-4D0D-8908-1F29-BD8DFDB8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37BCDB9-3FA7-C624-BBBB-74AFF301D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EE3901C-6D3E-80D6-0826-B7B015896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8E00E5-732F-2235-5BE0-C75D5CFE9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3FA606E-1332-DFEA-5FFE-29012F88D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ED2AB6C-C806-2583-1323-6350BF7E0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C01F6A5-2A88-47EC-ACBF-9E0E55CD9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46566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458D73-412A-5D3C-A14C-82CE7BBC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4" name="Picture 2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BBD75C0-BFC7-0482-6B5F-5741FC17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629AEE-0A8B-26D7-A219-68C636CED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A351D25-E63E-A9A4-89E6-0B3AFD0D2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8DFDC9F-A169-65ED-0B9F-BF0A7391D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FF3F8F7-92D9-8852-EA2D-7AA4B128C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D6B9141-CA1E-3E3B-EB63-8BDD57D6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C3B1518-4251-C50F-661B-9165398BE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538D2E0-9071-DA91-5606-2A9304E77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86C4FB-4FB5-E55F-3F73-0C5B55AF4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F28C7CF-502F-97F0-7D6F-E246F0081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0E378EF-83F9-46A3-F0D8-E63FC4B2F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1713085-DED1-BA4D-9651-5D3D3F405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19A696-C7E0-9B2D-2FC8-91082E0A0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83ABFFC-2424-99A9-3039-5F1648C55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52496F4-8C55-4397-BED4-3BFDF4FA8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397CB44-6F19-0C85-F66C-817297EA3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F2FBBD2-4EFF-9E0C-7E18-56EA6BFF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A59B40-B80B-A518-7EF1-3BCB46CC9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BB16874-E040-3FBA-7893-8D025048A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25061D-1375-1924-00C5-4EDF68DF2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8AC01DC-8B72-4739-A705-CA24F5A0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2CC2944-B8B9-7317-6BCB-E46D459D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6" name="Picture 4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B44E015-7C6F-839B-F17E-86DD39772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081095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948984-4A65-7B10-BA11-1D64B8D6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04FD98-940D-96C2-122F-C1C129890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F43662F-999F-2BF0-0954-CEE97693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EBEE7B6-1D3B-BE23-B443-79BD2F982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40C3DB8-2BF9-3BD3-1A3C-F8418BEF0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5B94ECC-8F7C-9030-D13E-1E7D3E774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pic>
        <p:nvPicPr>
          <p:cNvPr id="53" name="Picture 5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0605404-02D5-6A99-E9D0-822D1E50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1400846"/>
            <a:ext cx="974922" cy="1371600"/>
          </a:xfrm>
          <a:prstGeom prst="rect">
            <a:avLst/>
          </a:prstGeom>
        </p:spPr>
      </p:pic>
      <p:pic>
        <p:nvPicPr>
          <p:cNvPr id="54" name="Picture 5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85C919F-D889-098D-C1B5-DDF17F29A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29" y="1405305"/>
            <a:ext cx="974922" cy="1371600"/>
          </a:xfrm>
          <a:prstGeom prst="rect">
            <a:avLst/>
          </a:prstGeom>
        </p:spPr>
      </p:pic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E688D8D-DE96-7A36-BC73-8793B2AB9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757" y="2743200"/>
            <a:ext cx="974922" cy="1371600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DA05D63-CA67-67A3-9C34-50AB50396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8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5EE3-4648-D498-0CA5-EAF835FD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EBF07FF-3815-CA2C-727A-41A8FEE6A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7704"/>
            <a:ext cx="974922" cy="137160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CD2BAA-1A7E-7DE1-DADF-6532BAA1A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081095"/>
            <a:ext cx="974922" cy="137160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9CFFED5-9E36-401F-86FC-33E1513E4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47704"/>
            <a:ext cx="974922" cy="137160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7402095-95A0-35B9-F2EE-66FED3C7D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7704"/>
            <a:ext cx="974922" cy="137160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DB60901-3CFF-DCA3-3245-7D19C06F8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7704"/>
            <a:ext cx="974922" cy="137160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5237FFA-30D4-EAAE-AAFA-87DF465D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7704"/>
            <a:ext cx="974922" cy="137160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1D93061-1BCC-DEAC-2FA9-D3C393803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2746566"/>
            <a:ext cx="974922" cy="137160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9CC0FE8-560A-4A1C-1969-E5AE64458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1400846"/>
            <a:ext cx="974922" cy="137160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753478E-E09A-F699-5D7F-27A96106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7704"/>
            <a:ext cx="974922" cy="137160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8D1C5DC-F40C-FA15-9735-05A110EF0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1400846"/>
            <a:ext cx="974922" cy="137160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291A10B-384C-7FFA-BE92-84E542D7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7704"/>
            <a:ext cx="974922" cy="137160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8CAEBDE-6D19-526C-EB80-B3AB4416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660" y="4081095"/>
            <a:ext cx="974922" cy="1371600"/>
          </a:xfrm>
          <a:prstGeom prst="rect">
            <a:avLst/>
          </a:prstGeom>
        </p:spPr>
      </p:pic>
      <p:pic>
        <p:nvPicPr>
          <p:cNvPr id="12" name="Picture 1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DD2E3C4-2D7A-F9A6-42E3-D13409BAE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081095"/>
            <a:ext cx="974922" cy="137160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B61025-944E-2DC7-4E9F-B9B7BE05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081095"/>
            <a:ext cx="974922" cy="137160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78E4764-F371-CE81-2989-2DA135E83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081095"/>
            <a:ext cx="974922" cy="137160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72FD72C-77DA-7AD8-FFD3-56F90C886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2746566"/>
            <a:ext cx="974922" cy="1371600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D1EEF3D-A6B6-95F9-80C3-095C33A2F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2746566"/>
            <a:ext cx="974922" cy="1371600"/>
          </a:xfrm>
          <a:prstGeom prst="rect">
            <a:avLst/>
          </a:prstGeom>
        </p:spPr>
      </p:pic>
      <p:pic>
        <p:nvPicPr>
          <p:cNvPr id="24" name="Picture 2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8FADB9F-AC4C-DA24-B222-BDCC94D2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2746566"/>
            <a:ext cx="974922" cy="1371600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3380E3C-4816-0AD2-80AB-DEE60101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1400846"/>
            <a:ext cx="974922" cy="1371600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826E78-CD85-35AF-1E4B-DF0650B4E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1400846"/>
            <a:ext cx="974922" cy="1371600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36A03EE-973A-6B23-7BA2-B1ABF770B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1400846"/>
            <a:ext cx="974922" cy="1371600"/>
          </a:xfrm>
          <a:prstGeom prst="rect">
            <a:avLst/>
          </a:prstGeom>
        </p:spPr>
      </p:pic>
      <p:pic>
        <p:nvPicPr>
          <p:cNvPr id="28" name="Picture 2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B83FA7E-C020-0752-9758-49F6413B5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47704"/>
            <a:ext cx="974922" cy="1371600"/>
          </a:xfrm>
          <a:prstGeom prst="rect">
            <a:avLst/>
          </a:prstGeom>
        </p:spPr>
      </p:pic>
      <p:pic>
        <p:nvPicPr>
          <p:cNvPr id="29" name="Picture 2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6C84CDB-91D7-45D6-55CD-D0613409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47704"/>
            <a:ext cx="974922" cy="1371600"/>
          </a:xfrm>
          <a:prstGeom prst="rect">
            <a:avLst/>
          </a:prstGeom>
        </p:spPr>
      </p:pic>
      <p:pic>
        <p:nvPicPr>
          <p:cNvPr id="30" name="Picture 2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7B64DD3-4100-D21A-ECF0-DFD77740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47704"/>
            <a:ext cx="974922" cy="1371600"/>
          </a:xfrm>
          <a:prstGeom prst="rect">
            <a:avLst/>
          </a:prstGeom>
        </p:spPr>
      </p:pic>
      <p:pic>
        <p:nvPicPr>
          <p:cNvPr id="31" name="Picture 3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A9DC76A-67E8-5A92-EF73-444110764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356" y="5415207"/>
            <a:ext cx="974922" cy="1371600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13D8512-3E50-9D43-C4B1-678AC56FA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28" y="5415207"/>
            <a:ext cx="974922" cy="137160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9E8FCC9-9616-0A1A-1A3C-2600D44CD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095" y="5415207"/>
            <a:ext cx="974922" cy="137160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9B7C3C-AA94-3AC8-625B-861B44A4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5415207"/>
            <a:ext cx="974922" cy="137160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C3E9B1-5D89-6854-C559-EEAB51FF9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5415207"/>
            <a:ext cx="974922" cy="137160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914DE32-B427-B1FC-4F95-DA9DDA396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5415207"/>
            <a:ext cx="974922" cy="137160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D38FE3F-F1F3-3114-D1B9-AA6AB9340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4081095"/>
            <a:ext cx="974922" cy="1371600"/>
          </a:xfrm>
          <a:prstGeom prst="rect">
            <a:avLst/>
          </a:prstGeom>
        </p:spPr>
      </p:pic>
      <p:pic>
        <p:nvPicPr>
          <p:cNvPr id="38" name="Picture 3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55FF70C-4C95-10D5-CE0B-7C243B286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4081095"/>
            <a:ext cx="974922" cy="1371600"/>
          </a:xfrm>
          <a:prstGeom prst="rect">
            <a:avLst/>
          </a:prstGeom>
        </p:spPr>
      </p:pic>
      <p:pic>
        <p:nvPicPr>
          <p:cNvPr id="39" name="Picture 3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0821F48-4334-6740-1CEA-819B4B9E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290" y="4081095"/>
            <a:ext cx="974922" cy="1371600"/>
          </a:xfrm>
          <a:prstGeom prst="rect">
            <a:avLst/>
          </a:prstGeom>
        </p:spPr>
      </p:pic>
      <p:pic>
        <p:nvPicPr>
          <p:cNvPr id="40" name="Picture 3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F4D957F-8CFB-7444-6952-D8188716F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2746566"/>
            <a:ext cx="974922" cy="1371600"/>
          </a:xfrm>
          <a:prstGeom prst="rect">
            <a:avLst/>
          </a:prstGeom>
        </p:spPr>
      </p:pic>
      <p:pic>
        <p:nvPicPr>
          <p:cNvPr id="41" name="Picture 4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C3A4B3A-5BEE-8F0C-5B53-A1A86B384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2746566"/>
            <a:ext cx="974922" cy="1371600"/>
          </a:xfrm>
          <a:prstGeom prst="rect">
            <a:avLst/>
          </a:prstGeom>
        </p:spPr>
      </p:pic>
      <p:pic>
        <p:nvPicPr>
          <p:cNvPr id="42" name="Picture 4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EEB5552-7119-8462-42AC-2D0719E1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2746566"/>
            <a:ext cx="974922" cy="1371600"/>
          </a:xfrm>
          <a:prstGeom prst="rect">
            <a:avLst/>
          </a:prstGeom>
        </p:spPr>
      </p:pic>
      <p:pic>
        <p:nvPicPr>
          <p:cNvPr id="43" name="Picture 4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A2FB247-E71F-6700-62F3-5ADA80531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5415207"/>
            <a:ext cx="974922" cy="1371600"/>
          </a:xfrm>
          <a:prstGeom prst="rect">
            <a:avLst/>
          </a:prstGeom>
        </p:spPr>
      </p:pic>
      <p:pic>
        <p:nvPicPr>
          <p:cNvPr id="44" name="Picture 4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55D173D-1DFE-041D-CD7E-196008236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5415207"/>
            <a:ext cx="974922" cy="1371600"/>
          </a:xfrm>
          <a:prstGeom prst="rect">
            <a:avLst/>
          </a:prstGeom>
        </p:spPr>
      </p:pic>
      <p:pic>
        <p:nvPicPr>
          <p:cNvPr id="45" name="Picture 4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372E9EC-13E1-676A-0BD8-7705AFAA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5415207"/>
            <a:ext cx="974922" cy="1371600"/>
          </a:xfrm>
          <a:prstGeom prst="rect">
            <a:avLst/>
          </a:prstGeom>
        </p:spPr>
      </p:pic>
      <p:pic>
        <p:nvPicPr>
          <p:cNvPr id="46" name="Picture 4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2D45B26-21C3-D386-EBA2-CDF654CF3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4081095"/>
            <a:ext cx="974922" cy="1371600"/>
          </a:xfrm>
          <a:prstGeom prst="rect">
            <a:avLst/>
          </a:prstGeom>
        </p:spPr>
      </p:pic>
      <p:pic>
        <p:nvPicPr>
          <p:cNvPr id="47" name="Picture 4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7047D45-7102-DCF5-85CF-A1E2F1A23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86" y="4081095"/>
            <a:ext cx="974922" cy="1371600"/>
          </a:xfrm>
          <a:prstGeom prst="rect">
            <a:avLst/>
          </a:prstGeom>
        </p:spPr>
      </p:pic>
      <p:pic>
        <p:nvPicPr>
          <p:cNvPr id="48" name="Picture 4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18A0A71-3B06-85E8-2914-6843ED98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2746566"/>
            <a:ext cx="974922" cy="1371600"/>
          </a:xfrm>
          <a:prstGeom prst="rect">
            <a:avLst/>
          </a:prstGeom>
        </p:spPr>
      </p:pic>
      <p:pic>
        <p:nvPicPr>
          <p:cNvPr id="49" name="Picture 4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2E74E2-B4D5-9E8A-DDDD-0FF8B07DF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2746566"/>
            <a:ext cx="974922" cy="1371600"/>
          </a:xfrm>
          <a:prstGeom prst="rect">
            <a:avLst/>
          </a:prstGeom>
        </p:spPr>
      </p:pic>
      <p:pic>
        <p:nvPicPr>
          <p:cNvPr id="50" name="Picture 4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201DC9D-58E2-F907-AEA3-1F27D215E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" y="1400846"/>
            <a:ext cx="974922" cy="1371600"/>
          </a:xfrm>
          <a:prstGeom prst="rect">
            <a:avLst/>
          </a:prstGeom>
        </p:spPr>
      </p:pic>
      <p:pic>
        <p:nvPicPr>
          <p:cNvPr id="51" name="Picture 5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746E627-6D6F-5A40-B1BA-0392B8E4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693" y="1400846"/>
            <a:ext cx="974922" cy="1371600"/>
          </a:xfrm>
          <a:prstGeom prst="rect">
            <a:avLst/>
          </a:prstGeom>
        </p:spPr>
      </p:pic>
      <p:pic>
        <p:nvPicPr>
          <p:cNvPr id="52" name="Picture 5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96A377-7B43-26FE-9D62-A1B720F77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86" y="1400846"/>
            <a:ext cx="974922" cy="1371600"/>
          </a:xfrm>
          <a:prstGeom prst="rect">
            <a:avLst/>
          </a:prstGeom>
        </p:spPr>
      </p:pic>
      <p:pic>
        <p:nvPicPr>
          <p:cNvPr id="53" name="Picture 5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CA8EAAB-657C-DEFB-8A40-CEB1E2E44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901" y="1400846"/>
            <a:ext cx="974922" cy="137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3626B4-91B1-CFAD-1058-B88B5CA50B6B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4" name="Picture 5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6EA29F2-8915-566B-D8D1-C5CA7611D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29" y="1405305"/>
            <a:ext cx="974922" cy="1371600"/>
          </a:xfrm>
          <a:prstGeom prst="rect">
            <a:avLst/>
          </a:prstGeom>
        </p:spPr>
      </p:pic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6EE3A78-22E3-6367-E4A1-B1B332A4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757" y="2743200"/>
            <a:ext cx="974922" cy="1371600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8838876-3059-E224-7788-793564EBB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660" y="5415207"/>
            <a:ext cx="9749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9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2853D-5F5A-8B0B-DACF-EFA0FEA47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68B5C683-35D1-974F-6BD9-5D774113AC24}"/>
              </a:ext>
            </a:extLst>
          </p:cNvPr>
          <p:cNvGrpSpPr/>
          <p:nvPr/>
        </p:nvGrpSpPr>
        <p:grpSpPr>
          <a:xfrm>
            <a:off x="1088970" y="47704"/>
            <a:ext cx="9895047" cy="6739103"/>
            <a:chOff x="1088970" y="47704"/>
            <a:chExt cx="9895047" cy="673910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8AB0356-460A-E131-1A98-BF417622AC59}"/>
                </a:ext>
              </a:extLst>
            </p:cNvPr>
            <p:cNvGrpSpPr/>
            <p:nvPr/>
          </p:nvGrpSpPr>
          <p:grpSpPr>
            <a:xfrm>
              <a:off x="1088970" y="47704"/>
              <a:ext cx="9895047" cy="6739103"/>
              <a:chOff x="1088970" y="47704"/>
              <a:chExt cx="9895047" cy="6739103"/>
            </a:xfrm>
          </p:grpSpPr>
          <p:pic>
            <p:nvPicPr>
              <p:cNvPr id="2" name="Picture 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9A6AFDC-EAE1-4CEE-E519-3C7FD5696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" name="Picture 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AC51F11-41FF-D40C-DDDF-B0CD07DB89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7" name="Picture 1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C8123914-856C-2753-3A82-B792F6F23E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8" name="Picture 1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50BFBDB-CB87-CF45-52FC-529519579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9" name="Picture 1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93F8044-E854-7BE4-AFE5-1160430701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0" name="Picture 1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F61456D-D0CE-7AFA-B3D6-AD3986CF1F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1" name="Picture 2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614C1F2-595C-F0BC-214A-A623526350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2" name="Picture 2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E5A9F51-C9C8-5BF5-D66F-8F12F01976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6" name="Picture 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10FFEC7-AA3A-32DB-0DA4-364DA507C9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8" name="Picture 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3CD41EC-3FB3-A100-FCF4-11E2F94A7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9" name="Picture 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AB56667-A601-1961-2484-82D5C52255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1" name="Picture 1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DA65350-0DA7-1364-0459-E4A06A0A6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2" name="Picture 1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7D76440-DAEB-D68F-9DB1-E35BA4E48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3" name="Picture 1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A1B813C-038C-314B-2843-7B8AFFD2C2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4" name="Picture 1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BF6957E-8E40-8A57-09B2-286BB80956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5" name="Picture 1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AB97A84-F7D3-EFDC-72FA-899368E159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3" name="Picture 2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61F4FBB-EEC8-B231-5A8F-0ABE26312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4" name="Picture 2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48E91FC-83BC-2F5C-42CB-084767B46C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5" name="Picture 2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F0606EB-7544-E123-0260-2709C5610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6" name="Picture 2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8D9F7DA-861E-1F5D-857C-5756129A6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7" name="Picture 2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8489E92-F778-C9D3-B6C5-CC67E2A3CF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8" name="Picture 2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0E31898-7164-AA16-D9BC-513B3A7EB3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9" name="Picture 2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B8392F7-B3E7-1265-5BDB-5447A5542B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0" name="Picture 2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5BDA210-8229-3C46-59B9-985E810F1C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1" name="Picture 3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27A04AD-1097-87D6-BE6C-78B6FAAD4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2" name="Picture 3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31C10A4-6571-9368-28CA-5DBA537FF0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3" name="Picture 3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669DB15-5CFD-EDEE-9B71-9C3220288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4" name="Picture 3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4A2C25B-C3CC-B1D3-0E83-A7E5FC2055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5" name="Picture 3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1F1F9E9-C76F-FC9E-9A1F-86CF7368C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6" name="Picture 3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A3FD0EC-AEAD-6AA4-E356-62DD1FF68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7" name="Picture 3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12633C1-863D-4580-9216-B607750F1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8" name="Picture 3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125D4D4-E7C0-CE11-B526-5ACD63C000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9" name="Picture 3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541AC14-B4A7-EE86-7CFF-2E0AB05706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0" name="Picture 3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EB635BB-A95C-B02B-0DFF-8752160DA2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1" name="Picture 4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911F244-442B-2B23-3FA6-0065BE9C7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2" name="Picture 4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F070357-A722-4BDD-8EDC-2CE79B69E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3" name="Picture 4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8D546FA-5DC2-090D-2F0B-A375B2EBD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4" name="Picture 4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267562B-C304-0EF7-E212-7F6F3DF6AC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5" name="Picture 4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8FD75C1-9192-0E2B-A250-81DC78C085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6" name="Picture 4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CA942941-1437-D139-3AC2-59460E0F1E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7" name="Picture 4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8DACE28-31BA-573B-D655-DED5D154C3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8" name="Picture 4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17F7C79-298A-7E43-7E56-B111B5447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9" name="Picture 4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7E12FF0-80F2-12EB-E266-74921D928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0" name="Picture 4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31ED0A4-B8FB-CD59-248C-D2B648EE6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1" name="Picture 5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B71C000-B412-5A74-BB93-1C81A4B2A5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2" name="Picture 5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40E07E9-2DCF-0BA0-26D1-5560EB4AE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3" name="Picture 5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BD03090-7E59-3B54-769B-E20FA4C87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1400846"/>
                <a:ext cx="974922" cy="1371600"/>
              </a:xfrm>
              <a:prstGeom prst="rect">
                <a:avLst/>
              </a:prstGeom>
            </p:spPr>
          </p:pic>
        </p:grpSp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42F52EA-4B88-28AB-9E56-E03B7DEB6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8729" y="1405305"/>
              <a:ext cx="974922" cy="1371600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36565C4-7B80-015B-1CDB-EB5859940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8288" y="2772446"/>
              <a:ext cx="974922" cy="1371600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D559D37-D850-A1F0-28ED-0B5ED9F71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7434" y="5415207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319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853A1-80AA-87CA-6D31-BDF4827F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7BF067AD-E097-403F-9594-3BBC4C3542E5}"/>
              </a:ext>
            </a:extLst>
          </p:cNvPr>
          <p:cNvGrpSpPr/>
          <p:nvPr/>
        </p:nvGrpSpPr>
        <p:grpSpPr>
          <a:xfrm>
            <a:off x="1088970" y="47704"/>
            <a:ext cx="9895047" cy="6739103"/>
            <a:chOff x="1088970" y="47704"/>
            <a:chExt cx="9895047" cy="6739103"/>
          </a:xfrm>
        </p:grpSpPr>
        <p:pic>
          <p:nvPicPr>
            <p:cNvPr id="2" name="Picture 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268F2D2-FC99-3C68-99BE-D1B86BD2A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47704"/>
              <a:ext cx="974922" cy="1371600"/>
            </a:xfrm>
            <a:prstGeom prst="rect">
              <a:avLst/>
            </a:prstGeom>
          </p:spPr>
        </p:pic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C0767C5-488A-3572-DA1E-0CBB0403C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4081095"/>
              <a:ext cx="974922" cy="1371600"/>
            </a:xfrm>
            <a:prstGeom prst="rect">
              <a:avLst/>
            </a:prstGeom>
          </p:spPr>
        </p:pic>
        <p:pic>
          <p:nvPicPr>
            <p:cNvPr id="17" name="Picture 1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5971DF8-81A9-F735-1D0C-50C1A302D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47704"/>
              <a:ext cx="974922" cy="137160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85E2F76-868A-FAE8-D809-F74106D9C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47704"/>
              <a:ext cx="974922" cy="1371600"/>
            </a:xfrm>
            <a:prstGeom prst="rect">
              <a:avLst/>
            </a:prstGeom>
          </p:spPr>
        </p:pic>
        <p:pic>
          <p:nvPicPr>
            <p:cNvPr id="19" name="Picture 1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22762A3-5129-8A9D-2654-20BA039F4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47704"/>
              <a:ext cx="974922" cy="1371600"/>
            </a:xfrm>
            <a:prstGeom prst="rect">
              <a:avLst/>
            </a:prstGeom>
          </p:spPr>
        </p:pic>
        <p:pic>
          <p:nvPicPr>
            <p:cNvPr id="20" name="Picture 1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B1016B9-2D11-0166-054C-13E20ACF8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47704"/>
              <a:ext cx="974922" cy="1371600"/>
            </a:xfrm>
            <a:prstGeom prst="rect">
              <a:avLst/>
            </a:prstGeom>
          </p:spPr>
        </p:pic>
        <p:pic>
          <p:nvPicPr>
            <p:cNvPr id="21" name="Picture 2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8E233D6-CC2D-2AC6-63E7-C0C9954B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2746566"/>
              <a:ext cx="974922" cy="137160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4923F9B-10BC-68FB-76F8-5FB20ABD1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1400846"/>
              <a:ext cx="974922" cy="137160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7F3E578-8672-21AB-2BD2-1D54CCE5B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47704"/>
              <a:ext cx="974922" cy="1371600"/>
            </a:xfrm>
            <a:prstGeom prst="rect">
              <a:avLst/>
            </a:prstGeom>
          </p:spPr>
        </p:pic>
        <p:pic>
          <p:nvPicPr>
            <p:cNvPr id="8" name="Picture 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BABFA40-67CA-1A6C-9318-B2C7E8B0D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1400846"/>
              <a:ext cx="974922" cy="1371600"/>
            </a:xfrm>
            <a:prstGeom prst="rect">
              <a:avLst/>
            </a:prstGeom>
          </p:spPr>
        </p:pic>
        <p:pic>
          <p:nvPicPr>
            <p:cNvPr id="9" name="Picture 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6FD7737-5803-A9EF-999B-F9C3BA055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47704"/>
              <a:ext cx="974922" cy="1371600"/>
            </a:xfrm>
            <a:prstGeom prst="rect">
              <a:avLst/>
            </a:prstGeom>
          </p:spPr>
        </p:pic>
        <p:pic>
          <p:nvPicPr>
            <p:cNvPr id="11" name="Picture 1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158FE69-48EB-84A1-F238-FD32286C8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4081095"/>
              <a:ext cx="974922" cy="1371600"/>
            </a:xfrm>
            <a:prstGeom prst="rect">
              <a:avLst/>
            </a:prstGeom>
          </p:spPr>
        </p:pic>
        <p:pic>
          <p:nvPicPr>
            <p:cNvPr id="12" name="Picture 1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25366FA-6B0D-3D75-9653-D54E5A0D9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4081095"/>
              <a:ext cx="974922" cy="1371600"/>
            </a:xfrm>
            <a:prstGeom prst="rect">
              <a:avLst/>
            </a:prstGeom>
          </p:spPr>
        </p:pic>
        <p:pic>
          <p:nvPicPr>
            <p:cNvPr id="13" name="Picture 1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6E47507-CE12-EB80-5E42-FDC1E9D24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4081095"/>
              <a:ext cx="974922" cy="1371600"/>
            </a:xfrm>
            <a:prstGeom prst="rect">
              <a:avLst/>
            </a:prstGeom>
          </p:spPr>
        </p:pic>
        <p:pic>
          <p:nvPicPr>
            <p:cNvPr id="14" name="Picture 1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CA2ED1D-8E6D-D6CE-3FE6-39BDA6E27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4081095"/>
              <a:ext cx="974922" cy="1371600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F8A8E99-0041-6453-585F-E0F198FA1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2746566"/>
              <a:ext cx="974922" cy="1371600"/>
            </a:xfrm>
            <a:prstGeom prst="rect">
              <a:avLst/>
            </a:prstGeom>
          </p:spPr>
        </p:pic>
        <p:pic>
          <p:nvPicPr>
            <p:cNvPr id="23" name="Picture 2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CDE8E85-326E-9D1E-6A9E-C7F750425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2746566"/>
              <a:ext cx="974922" cy="1371600"/>
            </a:xfrm>
            <a:prstGeom prst="rect">
              <a:avLst/>
            </a:prstGeom>
          </p:spPr>
        </p:pic>
        <p:pic>
          <p:nvPicPr>
            <p:cNvPr id="24" name="Picture 2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9D8E48A-D842-DF80-0E61-79E8ADC91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2746566"/>
              <a:ext cx="974922" cy="1371600"/>
            </a:xfrm>
            <a:prstGeom prst="rect">
              <a:avLst/>
            </a:prstGeom>
          </p:spPr>
        </p:pic>
        <p:pic>
          <p:nvPicPr>
            <p:cNvPr id="25" name="Picture 2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76754A4-635A-1644-5302-1B1DE04C6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1400846"/>
              <a:ext cx="974922" cy="1371600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D90A732-4373-7670-BCDF-71D25FD4F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1400846"/>
              <a:ext cx="974922" cy="1371600"/>
            </a:xfrm>
            <a:prstGeom prst="rect">
              <a:avLst/>
            </a:prstGeom>
          </p:spPr>
        </p:pic>
        <p:pic>
          <p:nvPicPr>
            <p:cNvPr id="27" name="Picture 2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6EDBFD0-9669-D578-B8D0-13F61FA06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1400846"/>
              <a:ext cx="974922" cy="1371600"/>
            </a:xfrm>
            <a:prstGeom prst="rect">
              <a:avLst/>
            </a:prstGeom>
          </p:spPr>
        </p:pic>
        <p:pic>
          <p:nvPicPr>
            <p:cNvPr id="28" name="Picture 2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DCDAF82-5768-1A6E-A81F-7BB42010E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47704"/>
              <a:ext cx="974922" cy="1371600"/>
            </a:xfrm>
            <a:prstGeom prst="rect">
              <a:avLst/>
            </a:prstGeom>
          </p:spPr>
        </p:pic>
        <p:pic>
          <p:nvPicPr>
            <p:cNvPr id="29" name="Picture 2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9E1CC59-9EFD-EECB-60BE-55DC52084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47704"/>
              <a:ext cx="974922" cy="1371600"/>
            </a:xfrm>
            <a:prstGeom prst="rect">
              <a:avLst/>
            </a:prstGeom>
          </p:spPr>
        </p:pic>
        <p:pic>
          <p:nvPicPr>
            <p:cNvPr id="30" name="Picture 2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A1DE96B-CA59-D69B-398F-F02EB6628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47704"/>
              <a:ext cx="974922" cy="1371600"/>
            </a:xfrm>
            <a:prstGeom prst="rect">
              <a:avLst/>
            </a:prstGeom>
          </p:spPr>
        </p:pic>
        <p:pic>
          <p:nvPicPr>
            <p:cNvPr id="31" name="Picture 3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65E983C-724A-A0C6-9A91-F0B4BDDFA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5415207"/>
              <a:ext cx="974922" cy="1371600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457AF13-115B-50FC-A6F0-F42013BBE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5415207"/>
              <a:ext cx="974922" cy="1371600"/>
            </a:xfrm>
            <a:prstGeom prst="rect">
              <a:avLst/>
            </a:prstGeom>
          </p:spPr>
        </p:pic>
        <p:pic>
          <p:nvPicPr>
            <p:cNvPr id="33" name="Picture 3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B774741-FD20-A16A-E406-BE3581A4F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5415207"/>
              <a:ext cx="974922" cy="137160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5144808-3709-7FC4-F9EE-3CE4A74C9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5415207"/>
              <a:ext cx="974922" cy="1371600"/>
            </a:xfrm>
            <a:prstGeom prst="rect">
              <a:avLst/>
            </a:prstGeom>
          </p:spPr>
        </p:pic>
        <p:pic>
          <p:nvPicPr>
            <p:cNvPr id="35" name="Picture 3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05A33E0-F798-D4FB-CC55-2581F55CA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5415207"/>
              <a:ext cx="974922" cy="1371600"/>
            </a:xfrm>
            <a:prstGeom prst="rect">
              <a:avLst/>
            </a:prstGeom>
          </p:spPr>
        </p:pic>
        <p:pic>
          <p:nvPicPr>
            <p:cNvPr id="36" name="Picture 3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3A955AA-2C79-9648-4EF3-992C7CE5B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5415207"/>
              <a:ext cx="974922" cy="1371600"/>
            </a:xfrm>
            <a:prstGeom prst="rect">
              <a:avLst/>
            </a:prstGeom>
          </p:spPr>
        </p:pic>
        <p:pic>
          <p:nvPicPr>
            <p:cNvPr id="37" name="Picture 3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E0F3EAA-2A69-33FD-624A-5FC553629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4081095"/>
              <a:ext cx="974922" cy="1371600"/>
            </a:xfrm>
            <a:prstGeom prst="rect">
              <a:avLst/>
            </a:prstGeom>
          </p:spPr>
        </p:pic>
        <p:pic>
          <p:nvPicPr>
            <p:cNvPr id="38" name="Picture 3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CCAF835-4C06-C0C6-4628-D2DEA989D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4081095"/>
              <a:ext cx="974922" cy="1371600"/>
            </a:xfrm>
            <a:prstGeom prst="rect">
              <a:avLst/>
            </a:prstGeom>
          </p:spPr>
        </p:pic>
        <p:pic>
          <p:nvPicPr>
            <p:cNvPr id="39" name="Picture 3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1E6B8E8-5158-FFD8-B510-36E9736D2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4081095"/>
              <a:ext cx="974922" cy="1371600"/>
            </a:xfrm>
            <a:prstGeom prst="rect">
              <a:avLst/>
            </a:prstGeom>
          </p:spPr>
        </p:pic>
        <p:pic>
          <p:nvPicPr>
            <p:cNvPr id="40" name="Picture 3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5F80E5E-0987-2946-8B38-471EDD288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2746566"/>
              <a:ext cx="974922" cy="1371600"/>
            </a:xfrm>
            <a:prstGeom prst="rect">
              <a:avLst/>
            </a:prstGeom>
          </p:spPr>
        </p:pic>
        <p:pic>
          <p:nvPicPr>
            <p:cNvPr id="41" name="Picture 4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9E49CB4-9816-CB66-BDAD-45F71DD27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2746566"/>
              <a:ext cx="974922" cy="1371600"/>
            </a:xfrm>
            <a:prstGeom prst="rect">
              <a:avLst/>
            </a:prstGeom>
          </p:spPr>
        </p:pic>
        <p:pic>
          <p:nvPicPr>
            <p:cNvPr id="42" name="Picture 4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3E232E1-5C84-6BBA-128F-E7BCEA88D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2746566"/>
              <a:ext cx="974922" cy="1371600"/>
            </a:xfrm>
            <a:prstGeom prst="rect">
              <a:avLst/>
            </a:prstGeom>
          </p:spPr>
        </p:pic>
        <p:pic>
          <p:nvPicPr>
            <p:cNvPr id="43" name="Picture 4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44AFE87-24FE-4609-7873-1BAE5F67B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5415207"/>
              <a:ext cx="974922" cy="1371600"/>
            </a:xfrm>
            <a:prstGeom prst="rect">
              <a:avLst/>
            </a:prstGeom>
          </p:spPr>
        </p:pic>
        <p:pic>
          <p:nvPicPr>
            <p:cNvPr id="44" name="Picture 4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C14F4E0-0171-95CC-856B-A6F082558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5415207"/>
              <a:ext cx="974922" cy="1371600"/>
            </a:xfrm>
            <a:prstGeom prst="rect">
              <a:avLst/>
            </a:prstGeom>
          </p:spPr>
        </p:pic>
        <p:pic>
          <p:nvPicPr>
            <p:cNvPr id="45" name="Picture 4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E4C4488-0975-8F33-C8E3-FB50ECAA9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5415207"/>
              <a:ext cx="974922" cy="1371600"/>
            </a:xfrm>
            <a:prstGeom prst="rect">
              <a:avLst/>
            </a:prstGeom>
          </p:spPr>
        </p:pic>
        <p:pic>
          <p:nvPicPr>
            <p:cNvPr id="46" name="Picture 4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857E8E1-9A59-306E-B54E-C88413ED2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4081095"/>
              <a:ext cx="974922" cy="1371600"/>
            </a:xfrm>
            <a:prstGeom prst="rect">
              <a:avLst/>
            </a:prstGeom>
          </p:spPr>
        </p:pic>
        <p:pic>
          <p:nvPicPr>
            <p:cNvPr id="47" name="Picture 4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0B38801-2783-43F0-DEDC-DD51A585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4081095"/>
              <a:ext cx="974922" cy="1371600"/>
            </a:xfrm>
            <a:prstGeom prst="rect">
              <a:avLst/>
            </a:prstGeom>
          </p:spPr>
        </p:pic>
        <p:pic>
          <p:nvPicPr>
            <p:cNvPr id="48" name="Picture 4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EF61D34-DCDC-78DD-B981-CA8EBE1C7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2746566"/>
              <a:ext cx="974922" cy="1371600"/>
            </a:xfrm>
            <a:prstGeom prst="rect">
              <a:avLst/>
            </a:prstGeom>
          </p:spPr>
        </p:pic>
        <p:pic>
          <p:nvPicPr>
            <p:cNvPr id="49" name="Picture 4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1DD489E-35FA-789E-5625-950E4EFDF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2746566"/>
              <a:ext cx="974922" cy="1371600"/>
            </a:xfrm>
            <a:prstGeom prst="rect">
              <a:avLst/>
            </a:prstGeom>
          </p:spPr>
        </p:pic>
        <p:pic>
          <p:nvPicPr>
            <p:cNvPr id="50" name="Picture 4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E88BF16-9AF8-10E5-8C1B-446A1F8C4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1400846"/>
              <a:ext cx="974922" cy="1371600"/>
            </a:xfrm>
            <a:prstGeom prst="rect">
              <a:avLst/>
            </a:prstGeom>
          </p:spPr>
        </p:pic>
        <p:pic>
          <p:nvPicPr>
            <p:cNvPr id="51" name="Picture 5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1B0911D-F1A3-682F-0D0D-FD6B4CB4B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1400846"/>
              <a:ext cx="974922" cy="1371600"/>
            </a:xfrm>
            <a:prstGeom prst="rect">
              <a:avLst/>
            </a:prstGeom>
          </p:spPr>
        </p:pic>
        <p:pic>
          <p:nvPicPr>
            <p:cNvPr id="52" name="Picture 5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579CA43-E53C-AC1C-E303-8194D3C6C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1400846"/>
              <a:ext cx="974922" cy="1371600"/>
            </a:xfrm>
            <a:prstGeom prst="rect">
              <a:avLst/>
            </a:prstGeom>
          </p:spPr>
        </p:pic>
        <p:pic>
          <p:nvPicPr>
            <p:cNvPr id="53" name="Picture 5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9A9D61D-BA0B-A07C-A50A-EB91662F4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1400846"/>
              <a:ext cx="974922" cy="1371600"/>
            </a:xfrm>
            <a:prstGeom prst="rect">
              <a:avLst/>
            </a:prstGeom>
          </p:spPr>
        </p:pic>
      </p:grpSp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9B0EBF2-6674-32E0-1F3F-716370FB5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29" y="1405305"/>
            <a:ext cx="974922" cy="1371600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1A0DB28-60FF-D8DC-31F6-4E2FE035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288" y="2772446"/>
            <a:ext cx="974922" cy="1371600"/>
          </a:xfrm>
          <a:prstGeom prst="rect">
            <a:avLst/>
          </a:prstGeom>
        </p:spPr>
      </p:pic>
      <p:pic>
        <p:nvPicPr>
          <p:cNvPr id="57" name="Picture 5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781111D-1810-F035-3FAF-8F6B2D52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434" y="5415207"/>
            <a:ext cx="97492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1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C405D56-ACDC-E85B-DA88-B45648AB1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68812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FC85C71-53E4-A395-61C7-17229B7B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68812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A733FA-62EF-3205-A064-54FA7908A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68812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EE728C4-D320-81DA-DD5F-F208736C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68812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5B7EF35-7F55-8CE2-FB0E-7A1111A6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74123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9CE6548-6F0C-D42C-D570-A69F4F010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79434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DBEF478-352A-F474-08D8-6647EF7D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79434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D4B6E2-8467-7176-761D-0DC7ED2B8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79434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5B74DAD-0CA7-A60F-3E99-75359BA5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79434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4AFAE6-E85A-444A-B075-54F7106BD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79434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D527A4-2900-78D6-D542-21187454F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1417540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98AB410-1013-B596-C301-1E398C06D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1417540"/>
            <a:ext cx="974921" cy="1371600"/>
          </a:xfrm>
          <a:prstGeom prst="rect">
            <a:avLst/>
          </a:prstGeom>
        </p:spPr>
      </p:pic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7775355-473B-946E-719D-C97216585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1417540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C001F5C-844F-722E-7C0F-FD0CBC81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1417540"/>
            <a:ext cx="974921" cy="1371600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7C45706-8CF9-BB03-D220-D872D9D17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1422851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7DBE746-099D-421A-1890-DE173664F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1428162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318F72-06B7-0766-F1A5-7E0333A3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1428162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0E08BE4-8831-67C4-CDA4-9A55BDA1A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1428162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AF3437-CE98-AD67-0BDC-E8B811BE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1428162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B30724-2A10-B8B8-6799-9477FFFE9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1428162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54A0AA2-4C83-2033-3B46-1C79D868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2780359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84A758E-D87B-4615-CB47-5AECFCD2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2780359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7EB94E5-5BE0-B4E9-845E-A6E018A14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2780359"/>
            <a:ext cx="974921" cy="1371600"/>
          </a:xfrm>
          <a:prstGeom prst="rect">
            <a:avLst/>
          </a:prstGeom>
        </p:spPr>
      </p:pic>
      <p:pic>
        <p:nvPicPr>
          <p:cNvPr id="34" name="Picture 3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C0C1F1-E59F-8804-26EC-3DC5FED9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2780359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CE3B85D-2F23-76DD-3A50-639DC0EB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2785670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DD8E54C-8A14-F4BC-CED3-D9DD5E8B5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2790981"/>
            <a:ext cx="974921" cy="1371600"/>
          </a:xfrm>
          <a:prstGeom prst="rect">
            <a:avLst/>
          </a:prstGeom>
        </p:spPr>
      </p:pic>
      <p:pic>
        <p:nvPicPr>
          <p:cNvPr id="37" name="Picture 3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AEB14A0-A844-20BA-C76F-B91A51FE8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2790981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958799B-621B-C508-BA4D-8CCADFF2D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2790981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94ECF39-65FE-8243-6D5E-F57803ED6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2790981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23654E2-BDF7-2996-CD68-08F04B3E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2790981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6211700-3DE8-F54B-8C3E-ADE7EB87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4118465"/>
            <a:ext cx="974921" cy="1371600"/>
          </a:xfrm>
          <a:prstGeom prst="rect">
            <a:avLst/>
          </a:prstGeom>
        </p:spPr>
      </p:pic>
      <p:pic>
        <p:nvPicPr>
          <p:cNvPr id="42" name="Picture 4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5473D82-DEF5-5CDE-AA09-A0474B0D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4118465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588CBD6-4895-57E8-8BCB-1CCFAE649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4118465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0482780-8052-EBE3-E6D3-3CB54789B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4118465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5827382-FA49-16F1-601A-852C5F10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4123776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E2427FB-66E0-A8B9-5547-734EF0F78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4129087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596C630-861E-FC31-0E3E-5DE9BA433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4129087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2B0AC01-2874-C1F2-6D41-8906F813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4129087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E682CA-CE71-8689-1B80-FA863B44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4129087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7E2DBFA-86B2-3205-EFA6-1FDF31D0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4129087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536B377-EEBD-BCD6-DF4C-9F1C6BDD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44" y="5440638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E8140A0-9A89-B334-89E9-B2B90544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93" y="5440638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50537E-D0D8-3889-4958-65BA05EDC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516" y="5440638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02DC2D6-9166-15D7-3C4C-260C3379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65" y="5440638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FC332D1-8CC6-5E9A-5A99-98AA3EBB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88" y="5445949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36D2EB2-3ECD-DAF3-CB13-A2B8A7E2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9" y="5451260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BDCCAE-EA23-BEAB-A0D3-EA717B8E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479" y="5451260"/>
            <a:ext cx="974921" cy="1371600"/>
          </a:xfrm>
          <a:prstGeom prst="rect">
            <a:avLst/>
          </a:prstGeom>
        </p:spPr>
      </p:pic>
      <p:pic>
        <p:nvPicPr>
          <p:cNvPr id="58" name="Picture 5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5F5979-87EC-C796-4F1B-648C957E4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62" y="5451260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D672BF-A429-AD15-07A8-C0AF3278A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83" y="5451260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F8C9F39-0EBE-8183-8975-2F5BBAB7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1" y="5451260"/>
            <a:ext cx="97492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67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043B0-14AD-A432-EB09-3B675594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03CB-BB2E-EF24-6A9A-D78DE7558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unsurprising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E08D-CCBF-35E1-0A9F-0828F4208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7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F911-C34C-E1B0-F273-E0F5A50F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D7B55811-8721-ED0D-C44E-48FC5329E946}"/>
              </a:ext>
            </a:extLst>
          </p:cNvPr>
          <p:cNvGrpSpPr/>
          <p:nvPr/>
        </p:nvGrpSpPr>
        <p:grpSpPr>
          <a:xfrm>
            <a:off x="1088970" y="47704"/>
            <a:ext cx="9895047" cy="6739103"/>
            <a:chOff x="1088970" y="47704"/>
            <a:chExt cx="9895047" cy="673910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757FE08-FE57-D895-393B-301D12285A12}"/>
                </a:ext>
              </a:extLst>
            </p:cNvPr>
            <p:cNvGrpSpPr/>
            <p:nvPr/>
          </p:nvGrpSpPr>
          <p:grpSpPr>
            <a:xfrm>
              <a:off x="1088970" y="47704"/>
              <a:ext cx="9895047" cy="6739103"/>
              <a:chOff x="1088970" y="47704"/>
              <a:chExt cx="9895047" cy="6739103"/>
            </a:xfrm>
          </p:grpSpPr>
          <p:pic>
            <p:nvPicPr>
              <p:cNvPr id="2" name="Picture 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4FF3D99-42F0-483A-4127-CA5A5F032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" name="Picture 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219AA55-B50E-4104-7B8E-ADC38A916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7" name="Picture 1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9A29292-D10D-82EC-F1A6-A8828432CA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8" name="Picture 1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D9C969E-7873-CCE8-FC18-8A7FD3F963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9" name="Picture 1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C5CB430-BDFF-D4DC-4B20-89B857B435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0" name="Picture 1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A1D7660-DB35-7DDA-695B-DBE3EF7D55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1" name="Picture 2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DC2D3F8-3502-51CF-EF84-67E554DC8E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2" name="Picture 2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2F9BD57-E3D5-F6FE-41AF-2DB68FB9A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6" name="Picture 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2DAD889-F900-EDD1-7EE7-0A169F9EF4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8" name="Picture 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3292F31-651E-AC6D-1C42-E7C55DE187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9" name="Picture 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E8E2E85-EF19-ABEC-F514-18711F475C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1" name="Picture 1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A2A659E-5A36-5DE6-C790-0E6770D177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2" name="Picture 1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1461BAD-B731-F756-F132-DCEABBC2E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3" name="Picture 1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91389A6-A835-0DB0-E3F4-82A595E08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4" name="Picture 1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894DE7C-6481-7EBB-CDFF-DE43A5C1C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5" name="Picture 1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421D51B-536C-3409-D1BE-240C8B024F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3" name="Picture 2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CA2D7A8-FEEB-7DC9-ED45-D9DD86A9F4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4" name="Picture 2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EC7CB53-46A4-F944-DFF1-3FBD27253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5" name="Picture 2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A2238A5-4753-43E6-1745-57C1EC0AE2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6" name="Picture 2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CB3B8356-4680-5D40-2C81-F7FF263FF8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7" name="Picture 2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34AC378-59E5-58B0-6A84-A9C406BAF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8" name="Picture 2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72F3B3E-7BFC-1EC1-28DF-AB765E83B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9" name="Picture 2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A649A4C-8227-193F-A173-A17FDB4CC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0" name="Picture 2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202C0DB-0EC8-553F-4754-156A0549F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1" name="Picture 3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C64F4E4-B465-2B62-33CA-B6C3E74123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2" name="Picture 3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9C7EDD6-02CD-2286-1813-91BBCD779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3" name="Picture 3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2D05227-CC2A-E290-2787-2B838D4A8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4" name="Picture 3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DBB52DE-8758-6A33-7E97-2CD41CF7C5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5" name="Picture 3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6C89783-7F49-D2E0-A4D2-A4D447B85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6" name="Picture 3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BBE6C85-745B-DBBF-7D1E-235450B911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7" name="Picture 3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DF74C13-6E36-4FF1-4526-D7E09031F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8" name="Picture 3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E2DB083-9F69-A48A-DE31-62D4365E6A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9" name="Picture 3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1883F00-AE28-F720-B2AB-059CCF805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0" name="Picture 3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2950035-82EF-9A1E-8167-B88DAD60B2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1" name="Picture 4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37302F4-C389-63D5-F67D-E26853850B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2" name="Picture 4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C98B4C4-B9B8-69D8-2757-7A40596B7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3" name="Picture 4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C9CFD5F-DBBD-7454-CC37-3A0F9CA41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4" name="Picture 4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00BB261-60C7-DE3C-FBB4-27BA85F41E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5" name="Picture 4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D241CBF-8FEB-8D31-00DB-B7D5F97A46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6" name="Picture 4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50CA5C9-AD61-78F2-ABDD-237AF03C97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7" name="Picture 4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D3E7094-2B29-93AB-B38D-2E214E32BF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8" name="Picture 4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D064542-C3A9-D151-81CA-FC2E9E726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9" name="Picture 4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625C0A6-38CC-1F95-C673-5217AA12D7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0" name="Picture 4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1F7B1D1-5DE7-62BE-9CF7-B9E20D9812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1" name="Picture 5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ABA8EB2-A314-B3E9-556B-919715A2C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2" name="Picture 5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CF44C73-3BCA-9118-2FB2-053117C0F0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3" name="Picture 5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FB9146F-0010-8EEA-AA8A-2FD4D320F8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1400846"/>
                <a:ext cx="974922" cy="1371600"/>
              </a:xfrm>
              <a:prstGeom prst="rect">
                <a:avLst/>
              </a:prstGeom>
            </p:spPr>
          </p:pic>
        </p:grpSp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E17C363-AB19-6DFF-93D2-89768296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8729" y="1405305"/>
              <a:ext cx="974922" cy="1371600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432BDED-DAA1-33F0-E250-9FAE33EE9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8288" y="2772446"/>
              <a:ext cx="974922" cy="1371600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616A323-DAC8-F8A5-E795-9BCD2571A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7434" y="5415207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014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4694-E74B-7096-224C-65A6A285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C69030C1-2788-E694-6BD2-37133AD419D4}"/>
              </a:ext>
            </a:extLst>
          </p:cNvPr>
          <p:cNvGrpSpPr/>
          <p:nvPr/>
        </p:nvGrpSpPr>
        <p:grpSpPr>
          <a:xfrm>
            <a:off x="1088970" y="47704"/>
            <a:ext cx="9895047" cy="6739103"/>
            <a:chOff x="1088970" y="47704"/>
            <a:chExt cx="9895047" cy="6739103"/>
          </a:xfrm>
        </p:grpSpPr>
        <p:pic>
          <p:nvPicPr>
            <p:cNvPr id="2" name="Picture 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7BD432E-FB01-3E14-1700-E2E993F5A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47704"/>
              <a:ext cx="974922" cy="1371600"/>
            </a:xfrm>
            <a:prstGeom prst="rect">
              <a:avLst/>
            </a:prstGeom>
          </p:spPr>
        </p:pic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4511076-8ED5-798B-83E6-62B933F85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4081095"/>
              <a:ext cx="974922" cy="1371600"/>
            </a:xfrm>
            <a:prstGeom prst="rect">
              <a:avLst/>
            </a:prstGeom>
          </p:spPr>
        </p:pic>
        <p:pic>
          <p:nvPicPr>
            <p:cNvPr id="17" name="Picture 1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2AD01BC-E30D-BBE0-808C-E181AF009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47704"/>
              <a:ext cx="974922" cy="137160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B866DB1-A8C3-94D3-A766-2614021E3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47704"/>
              <a:ext cx="974922" cy="1371600"/>
            </a:xfrm>
            <a:prstGeom prst="rect">
              <a:avLst/>
            </a:prstGeom>
          </p:spPr>
        </p:pic>
        <p:pic>
          <p:nvPicPr>
            <p:cNvPr id="19" name="Picture 1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11E7057-1B7C-45CF-3C5D-E4F77AC39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47704"/>
              <a:ext cx="974922" cy="1371600"/>
            </a:xfrm>
            <a:prstGeom prst="rect">
              <a:avLst/>
            </a:prstGeom>
          </p:spPr>
        </p:pic>
        <p:pic>
          <p:nvPicPr>
            <p:cNvPr id="20" name="Picture 1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4F12ED6-B72F-46E8-BE93-836B654E8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47704"/>
              <a:ext cx="974922" cy="1371600"/>
            </a:xfrm>
            <a:prstGeom prst="rect">
              <a:avLst/>
            </a:prstGeom>
          </p:spPr>
        </p:pic>
        <p:pic>
          <p:nvPicPr>
            <p:cNvPr id="21" name="Picture 2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78D21C8-420F-CE1F-C944-FD33C108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2746566"/>
              <a:ext cx="974922" cy="137160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89253E4-4498-192D-1430-6AB423605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1400846"/>
              <a:ext cx="974922" cy="137160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F5D0FA0-EFD9-9E50-9719-B040C7049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47704"/>
              <a:ext cx="974922" cy="1371600"/>
            </a:xfrm>
            <a:prstGeom prst="rect">
              <a:avLst/>
            </a:prstGeom>
          </p:spPr>
        </p:pic>
        <p:pic>
          <p:nvPicPr>
            <p:cNvPr id="8" name="Picture 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B2F2DFB-EA4A-D9AF-C9A9-CA2FB3C4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1400846"/>
              <a:ext cx="974922" cy="1371600"/>
            </a:xfrm>
            <a:prstGeom prst="rect">
              <a:avLst/>
            </a:prstGeom>
          </p:spPr>
        </p:pic>
        <p:pic>
          <p:nvPicPr>
            <p:cNvPr id="9" name="Picture 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A10BA67-51EF-04A3-453C-9853F47EF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47704"/>
              <a:ext cx="974922" cy="1371600"/>
            </a:xfrm>
            <a:prstGeom prst="rect">
              <a:avLst/>
            </a:prstGeom>
          </p:spPr>
        </p:pic>
        <p:pic>
          <p:nvPicPr>
            <p:cNvPr id="11" name="Picture 1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2196537-5077-E051-5D7B-1898B6DAB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1660" y="4081095"/>
              <a:ext cx="974922" cy="1371600"/>
            </a:xfrm>
            <a:prstGeom prst="rect">
              <a:avLst/>
            </a:prstGeom>
          </p:spPr>
        </p:pic>
        <p:pic>
          <p:nvPicPr>
            <p:cNvPr id="12" name="Picture 1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78D8704-0AB1-508D-6C70-80C82E594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4081095"/>
              <a:ext cx="974922" cy="1371600"/>
            </a:xfrm>
            <a:prstGeom prst="rect">
              <a:avLst/>
            </a:prstGeom>
          </p:spPr>
        </p:pic>
        <p:pic>
          <p:nvPicPr>
            <p:cNvPr id="13" name="Picture 1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17A0D06-8C2F-47C4-4E99-4B529A11D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4081095"/>
              <a:ext cx="974922" cy="1371600"/>
            </a:xfrm>
            <a:prstGeom prst="rect">
              <a:avLst/>
            </a:prstGeom>
          </p:spPr>
        </p:pic>
        <p:pic>
          <p:nvPicPr>
            <p:cNvPr id="14" name="Picture 1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7DECEA5-7DB6-729B-9EA9-EE8423EAE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4081095"/>
              <a:ext cx="974922" cy="1371600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F85424E-64F0-8C3D-0F66-61F89B46F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2746566"/>
              <a:ext cx="974922" cy="1371600"/>
            </a:xfrm>
            <a:prstGeom prst="rect">
              <a:avLst/>
            </a:prstGeom>
          </p:spPr>
        </p:pic>
        <p:pic>
          <p:nvPicPr>
            <p:cNvPr id="23" name="Picture 2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97C173B-D8CA-9CB3-7920-D176BA5A7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2746566"/>
              <a:ext cx="974922" cy="1371600"/>
            </a:xfrm>
            <a:prstGeom prst="rect">
              <a:avLst/>
            </a:prstGeom>
          </p:spPr>
        </p:pic>
        <p:pic>
          <p:nvPicPr>
            <p:cNvPr id="24" name="Picture 2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D81110C-E188-0067-4848-6B27C7979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2746566"/>
              <a:ext cx="974922" cy="1371600"/>
            </a:xfrm>
            <a:prstGeom prst="rect">
              <a:avLst/>
            </a:prstGeom>
          </p:spPr>
        </p:pic>
        <p:pic>
          <p:nvPicPr>
            <p:cNvPr id="25" name="Picture 2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3B91FF2-D36A-D93C-008C-68249D1C6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1400846"/>
              <a:ext cx="974922" cy="1371600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8AC7A32-B574-7411-C6E7-CDA9634FC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1400846"/>
              <a:ext cx="974922" cy="1371600"/>
            </a:xfrm>
            <a:prstGeom prst="rect">
              <a:avLst/>
            </a:prstGeom>
          </p:spPr>
        </p:pic>
        <p:pic>
          <p:nvPicPr>
            <p:cNvPr id="27" name="Picture 2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D0ABB0F-36FD-A29E-CCF0-A002F15C0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1400846"/>
              <a:ext cx="974922" cy="1371600"/>
            </a:xfrm>
            <a:prstGeom prst="rect">
              <a:avLst/>
            </a:prstGeom>
          </p:spPr>
        </p:pic>
        <p:pic>
          <p:nvPicPr>
            <p:cNvPr id="28" name="Picture 2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551F7D3-A7E1-1A0D-594F-EF79418D5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47704"/>
              <a:ext cx="974922" cy="1371600"/>
            </a:xfrm>
            <a:prstGeom prst="rect">
              <a:avLst/>
            </a:prstGeom>
          </p:spPr>
        </p:pic>
        <p:pic>
          <p:nvPicPr>
            <p:cNvPr id="29" name="Picture 2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6098B94-3FA3-49F1-DB77-39EF9D09D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47704"/>
              <a:ext cx="974922" cy="1371600"/>
            </a:xfrm>
            <a:prstGeom prst="rect">
              <a:avLst/>
            </a:prstGeom>
          </p:spPr>
        </p:pic>
        <p:pic>
          <p:nvPicPr>
            <p:cNvPr id="30" name="Picture 2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499FEF6-C347-6E73-23FA-0F229154F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47704"/>
              <a:ext cx="974922" cy="1371600"/>
            </a:xfrm>
            <a:prstGeom prst="rect">
              <a:avLst/>
            </a:prstGeom>
          </p:spPr>
        </p:pic>
        <p:pic>
          <p:nvPicPr>
            <p:cNvPr id="31" name="Picture 3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08FAB17-D531-6780-4DFE-966BBC004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2356" y="5415207"/>
              <a:ext cx="974922" cy="1371600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774159F-D87F-34D0-1FC8-306503D28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5728" y="5415207"/>
              <a:ext cx="974922" cy="1371600"/>
            </a:xfrm>
            <a:prstGeom prst="rect">
              <a:avLst/>
            </a:prstGeom>
          </p:spPr>
        </p:pic>
        <p:pic>
          <p:nvPicPr>
            <p:cNvPr id="33" name="Picture 3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A4A00A7-B422-38EE-3F64-57D4A36C6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9095" y="5415207"/>
              <a:ext cx="974922" cy="137160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99445C5-340C-6B71-6884-279427666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5415207"/>
              <a:ext cx="974922" cy="1371600"/>
            </a:xfrm>
            <a:prstGeom prst="rect">
              <a:avLst/>
            </a:prstGeom>
          </p:spPr>
        </p:pic>
        <p:pic>
          <p:nvPicPr>
            <p:cNvPr id="35" name="Picture 3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C10077F-0CAD-271E-0258-A28416CB1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5415207"/>
              <a:ext cx="974922" cy="1371600"/>
            </a:xfrm>
            <a:prstGeom prst="rect">
              <a:avLst/>
            </a:prstGeom>
          </p:spPr>
        </p:pic>
        <p:pic>
          <p:nvPicPr>
            <p:cNvPr id="36" name="Picture 3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67CC578-9488-60C2-9A9E-41B0D33D3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5415207"/>
              <a:ext cx="974922" cy="1371600"/>
            </a:xfrm>
            <a:prstGeom prst="rect">
              <a:avLst/>
            </a:prstGeom>
          </p:spPr>
        </p:pic>
        <p:pic>
          <p:nvPicPr>
            <p:cNvPr id="37" name="Picture 3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53AD3DC-195A-1509-467F-3988A75B6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4081095"/>
              <a:ext cx="974922" cy="1371600"/>
            </a:xfrm>
            <a:prstGeom prst="rect">
              <a:avLst/>
            </a:prstGeom>
          </p:spPr>
        </p:pic>
        <p:pic>
          <p:nvPicPr>
            <p:cNvPr id="38" name="Picture 3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70407A3-B5E6-3F1B-8622-1CD33A5FF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4081095"/>
              <a:ext cx="974922" cy="1371600"/>
            </a:xfrm>
            <a:prstGeom prst="rect">
              <a:avLst/>
            </a:prstGeom>
          </p:spPr>
        </p:pic>
        <p:pic>
          <p:nvPicPr>
            <p:cNvPr id="39" name="Picture 3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3387A4D-8093-5910-4135-01AA18F6A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38290" y="4081095"/>
              <a:ext cx="974922" cy="1371600"/>
            </a:xfrm>
            <a:prstGeom prst="rect">
              <a:avLst/>
            </a:prstGeom>
          </p:spPr>
        </p:pic>
        <p:pic>
          <p:nvPicPr>
            <p:cNvPr id="40" name="Picture 3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DE342E7-2130-AEB0-5014-686DE12ED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2746566"/>
              <a:ext cx="974922" cy="1371600"/>
            </a:xfrm>
            <a:prstGeom prst="rect">
              <a:avLst/>
            </a:prstGeom>
          </p:spPr>
        </p:pic>
        <p:pic>
          <p:nvPicPr>
            <p:cNvPr id="41" name="Picture 4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4075792-6881-87FE-FB16-D1F46343D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2746566"/>
              <a:ext cx="974922" cy="1371600"/>
            </a:xfrm>
            <a:prstGeom prst="rect">
              <a:avLst/>
            </a:prstGeom>
          </p:spPr>
        </p:pic>
        <p:pic>
          <p:nvPicPr>
            <p:cNvPr id="42" name="Picture 4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D3B30C5-90EB-B10A-C551-ABA16AC9F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2746566"/>
              <a:ext cx="974922" cy="1371600"/>
            </a:xfrm>
            <a:prstGeom prst="rect">
              <a:avLst/>
            </a:prstGeom>
          </p:spPr>
        </p:pic>
        <p:pic>
          <p:nvPicPr>
            <p:cNvPr id="43" name="Picture 4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D4F81D1-75A2-4473-6840-5F910F1A2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5415207"/>
              <a:ext cx="974922" cy="1371600"/>
            </a:xfrm>
            <a:prstGeom prst="rect">
              <a:avLst/>
            </a:prstGeom>
          </p:spPr>
        </p:pic>
        <p:pic>
          <p:nvPicPr>
            <p:cNvPr id="44" name="Picture 4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2533CC2-A89D-6130-CE09-2044498D7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5415207"/>
              <a:ext cx="974922" cy="1371600"/>
            </a:xfrm>
            <a:prstGeom prst="rect">
              <a:avLst/>
            </a:prstGeom>
          </p:spPr>
        </p:pic>
        <p:pic>
          <p:nvPicPr>
            <p:cNvPr id="45" name="Picture 4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122401E-12F4-EF26-BC6C-E1386BDDB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5415207"/>
              <a:ext cx="974922" cy="1371600"/>
            </a:xfrm>
            <a:prstGeom prst="rect">
              <a:avLst/>
            </a:prstGeom>
          </p:spPr>
        </p:pic>
        <p:pic>
          <p:nvPicPr>
            <p:cNvPr id="46" name="Picture 4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45906FA-7ED8-33DB-C851-260D1103D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4081095"/>
              <a:ext cx="974922" cy="1371600"/>
            </a:xfrm>
            <a:prstGeom prst="rect">
              <a:avLst/>
            </a:prstGeom>
          </p:spPr>
        </p:pic>
        <p:pic>
          <p:nvPicPr>
            <p:cNvPr id="47" name="Picture 4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2A0051B-175F-EF27-8B47-02EE5D303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486" y="4081095"/>
              <a:ext cx="974922" cy="1371600"/>
            </a:xfrm>
            <a:prstGeom prst="rect">
              <a:avLst/>
            </a:prstGeom>
          </p:spPr>
        </p:pic>
        <p:pic>
          <p:nvPicPr>
            <p:cNvPr id="48" name="Picture 4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BB698D2-C75F-6A59-B7C7-3A0F2785E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2746566"/>
              <a:ext cx="974922" cy="1371600"/>
            </a:xfrm>
            <a:prstGeom prst="rect">
              <a:avLst/>
            </a:prstGeom>
          </p:spPr>
        </p:pic>
        <p:pic>
          <p:nvPicPr>
            <p:cNvPr id="49" name="Picture 4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AD759E1-EAC6-0ED0-B804-0DA9B313C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2746566"/>
              <a:ext cx="974922" cy="1371600"/>
            </a:xfrm>
            <a:prstGeom prst="rect">
              <a:avLst/>
            </a:prstGeom>
          </p:spPr>
        </p:pic>
        <p:pic>
          <p:nvPicPr>
            <p:cNvPr id="50" name="Picture 4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6D8BBF2-71BE-80A7-E818-A640D1147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970" y="1400846"/>
              <a:ext cx="974922" cy="1371600"/>
            </a:xfrm>
            <a:prstGeom prst="rect">
              <a:avLst/>
            </a:prstGeom>
          </p:spPr>
        </p:pic>
        <p:pic>
          <p:nvPicPr>
            <p:cNvPr id="51" name="Picture 5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1EABBA0-5F24-B638-4022-3FD832735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693" y="1400846"/>
              <a:ext cx="974922" cy="1371600"/>
            </a:xfrm>
            <a:prstGeom prst="rect">
              <a:avLst/>
            </a:prstGeom>
          </p:spPr>
        </p:pic>
        <p:pic>
          <p:nvPicPr>
            <p:cNvPr id="52" name="Picture 5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122CC98-1D0D-F46A-E3EC-5747A84AF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286" y="1400846"/>
              <a:ext cx="974922" cy="1371600"/>
            </a:xfrm>
            <a:prstGeom prst="rect">
              <a:avLst/>
            </a:prstGeom>
          </p:spPr>
        </p:pic>
        <p:pic>
          <p:nvPicPr>
            <p:cNvPr id="53" name="Picture 5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DB7B03A-0ACA-D85C-0F06-EE1517958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901" y="1400846"/>
              <a:ext cx="974922" cy="137160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934C757-E609-6CD9-658E-C8CC7F2FB3CA}"/>
              </a:ext>
            </a:extLst>
          </p:cNvPr>
          <p:cNvSpPr/>
          <p:nvPr/>
        </p:nvSpPr>
        <p:spPr>
          <a:xfrm>
            <a:off x="-77821" y="-291829"/>
            <a:ext cx="12451404" cy="7247106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9A578D-6897-17FC-C0A8-63968B8E3CA1}"/>
              </a:ext>
            </a:extLst>
          </p:cNvPr>
          <p:cNvGrpSpPr/>
          <p:nvPr/>
        </p:nvGrpSpPr>
        <p:grpSpPr>
          <a:xfrm>
            <a:off x="3078729" y="1405305"/>
            <a:ext cx="4923627" cy="5381502"/>
            <a:chOff x="3078729" y="1405305"/>
            <a:chExt cx="4923627" cy="5381502"/>
          </a:xfrm>
        </p:grpSpPr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145710D-3438-934E-0B7A-57B298193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8729" y="1405305"/>
              <a:ext cx="974922" cy="1371600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3E61B35-DCD1-F48B-93D6-026D1BC41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8288" y="2772446"/>
              <a:ext cx="974922" cy="1371600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38E4655-E79D-9F74-72F3-D6CAC8F84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7434" y="5415207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485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1E0E-9C3B-4693-F2F7-EB5B610C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4F0B7CDE-8349-A7D0-38E3-4D95C8C9FE30}"/>
              </a:ext>
            </a:extLst>
          </p:cNvPr>
          <p:cNvGrpSpPr/>
          <p:nvPr/>
        </p:nvGrpSpPr>
        <p:grpSpPr>
          <a:xfrm>
            <a:off x="1088970" y="47704"/>
            <a:ext cx="9895047" cy="6739103"/>
            <a:chOff x="1088970" y="47704"/>
            <a:chExt cx="9895047" cy="673910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79469E1-D15B-317A-79E2-CC0088786EBA}"/>
                </a:ext>
              </a:extLst>
            </p:cNvPr>
            <p:cNvGrpSpPr/>
            <p:nvPr/>
          </p:nvGrpSpPr>
          <p:grpSpPr>
            <a:xfrm>
              <a:off x="1088970" y="47704"/>
              <a:ext cx="9895047" cy="6739103"/>
              <a:chOff x="1088970" y="47704"/>
              <a:chExt cx="9895047" cy="6739103"/>
            </a:xfrm>
          </p:grpSpPr>
          <p:pic>
            <p:nvPicPr>
              <p:cNvPr id="2" name="Picture 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BD7D743-7786-7148-4867-92E3A7755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" name="Picture 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1A9D90F-2C62-34C5-0C1E-79756233B1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7" name="Picture 1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4B33AAA-BA51-D0CA-7DB5-73CF90813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8" name="Picture 1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81CF62B-0D1E-CA3D-0C1C-17A14BC2C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9" name="Picture 1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5DBF8337-46AE-A313-545F-32AD031F3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0" name="Picture 1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EABE1E6-13FE-B611-9EDD-D00625F275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1" name="Picture 2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B6F5BFE-5CE0-C342-8F5A-66089DC945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2" name="Picture 2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885E592-BB5E-9ECC-B5DF-5D12D2E8C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6" name="Picture 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0F409D6-52BF-8D5B-4A5D-26E08CF534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8" name="Picture 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C2A964A5-C369-F3D3-571A-AFF806A003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9" name="Picture 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607432A-FCDE-41A0-74A9-405852A3A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1" name="Picture 1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4365150-6583-883B-014A-A15985181B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166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2" name="Picture 1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99F6C99-F9A3-51A0-D425-4125BC328B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3" name="Picture 1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AE28FC6-F6CD-3ACE-F80B-D7CB42FF4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4" name="Picture 1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97FE8DF-DDF5-9464-3FCF-7B7A2ED772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15" name="Picture 1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9AEC302D-B65D-FC4A-2470-968020664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3" name="Picture 2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CBF04877-1266-7A7C-10F2-7E1632EB9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4" name="Picture 2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228AD58-3A29-6B19-50F5-0672AE7235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5" name="Picture 2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6D3A713-F5A9-1030-8963-D892C7D620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6" name="Picture 2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05E493D-EECF-D517-6664-D9F3970C97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7" name="Picture 2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00414EA-6A8F-5D16-D540-B6B013095A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8" name="Picture 2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5C06884-E9A7-7D4D-F075-C085ACDA1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29" name="Picture 2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E39A4B0-7D90-B152-D688-B7D5BAA0D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0" name="Picture 2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A8D609A-4F62-80E4-C950-1FA5E562E1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47704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1" name="Picture 3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C5625E7-3432-349A-999B-F1F95F34C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0235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2" name="Picture 3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7B10C19-8DD5-48D3-E8DD-4B0922F41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05728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3" name="Picture 3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F283F3F-5560-02E0-179A-7BBE81298B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9095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4" name="Picture 3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7C46523E-49E0-14D5-AB0A-C1366FFA79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5" name="Picture 3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F3F046A-35DB-9EAC-FA0C-33B0B927CE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6" name="Picture 3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BCE56C03-D790-FF95-948D-10C6D3328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7" name="Picture 3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0454D33-FF29-6791-06C3-540AC46597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8" name="Picture 3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4ABAE25A-5813-36DD-D8E6-0822E2D8C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39" name="Picture 3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EBA96554-29FF-8D1D-A72A-D62EAE8C15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38290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0" name="Picture 3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3BEF8C0E-4B37-AE50-B96D-2A44A03FB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1" name="Picture 4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846163CE-B711-1CD6-D32F-1DFA8A71F2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2" name="Picture 4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A97A7834-4907-80DB-AB15-FDB0D650F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3" name="Picture 4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14441FC5-5D4D-F557-C96A-3A971468C8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4" name="Picture 43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305A588-0854-5E69-495F-42777AE9AE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5" name="Picture 44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3621CCF-C3D2-BDC9-FAFC-452681145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5415207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6" name="Picture 45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AADB590-6450-B2D3-621E-3134C71E94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7" name="Picture 46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579EB35-990A-8861-7AA3-D0C5F44DA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81486" y="4081095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8" name="Picture 47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0547BBFF-7F3E-C17F-2101-ABE0D28B3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49" name="Picture 48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6888A316-9DB4-020F-7D23-EC661AF31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274656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0" name="Picture 49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9286D91-9E73-C9C2-890F-8DCFA4027A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8970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1" name="Picture 50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224F6CBD-7832-28B8-8CB6-31BFC4A10A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4693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2" name="Picture 51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DB91C6C5-6B42-C18D-273C-46A7234402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1286" y="1400846"/>
                <a:ext cx="974922" cy="1371600"/>
              </a:xfrm>
              <a:prstGeom prst="rect">
                <a:avLst/>
              </a:prstGeom>
            </p:spPr>
          </p:pic>
          <p:pic>
            <p:nvPicPr>
              <p:cNvPr id="53" name="Picture 52" descr="A white rectangular object with a black border&#10;&#10;Description automatically generated">
                <a:extLst>
                  <a:ext uri="{FF2B5EF4-FFF2-40B4-BE49-F238E27FC236}">
                    <a16:creationId xmlns:a16="http://schemas.microsoft.com/office/drawing/2014/main" id="{FCD6AA98-97DE-93C3-B689-03B2F9B39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51901" y="1400846"/>
                <a:ext cx="974922" cy="1371600"/>
              </a:xfrm>
              <a:prstGeom prst="rect">
                <a:avLst/>
              </a:prstGeom>
            </p:spPr>
          </p:pic>
        </p:grpSp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F664671-9791-164C-6C41-4179E78F7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78729" y="1405305"/>
              <a:ext cx="974922" cy="1371600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DF957E2-F9CD-856A-B915-7A808B172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8288" y="2772446"/>
              <a:ext cx="974922" cy="1371600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B938C09-6E04-E150-573E-C542CEBB6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7434" y="5415207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9399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FA786-584C-8359-5812-DB570C05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2F6D4EB-544B-7BF9-C386-0BFF96784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524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70D3682-CA9D-EF2F-354A-46ED080FD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524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6A08B8D-AD01-7C71-7DF7-2DC3A9DA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524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97E23BD-B739-851A-C9DF-E7A9386B6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524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03E2CA8-FFC9-4AF8-1792-A445C2D41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9835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34A660-78FA-10EB-E76A-9F4D2FEDD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65146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9EE65A0-C1D0-86B6-EEBD-CCE5989E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65146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E02228B-8812-49C5-5C69-5724994D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65146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A89648A-90FF-7D6E-3C1A-24A633083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65146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18BC3EE-0D94-6142-9F5A-5FA293C2B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65146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4F23021-075E-EF7E-7FAB-91E391228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1403252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C7EAC5B-0E9C-837A-4543-BC30F85F8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1403252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07DD0F4-B6A1-1338-7377-C0012EA91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1403252"/>
            <a:ext cx="974921" cy="1371600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7356039-B534-9F71-EA39-32BF0B457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1408563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AF8965E-4D5D-1816-4D6D-4BD2E6D7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1413874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5D83E36-0371-FE2A-4672-F603A867B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1413874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6D31296-3399-B772-72C9-66BE84B5B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1413874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3C43C96-4748-6E6B-340F-989465BF7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1413874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F10DA4-0405-64A8-C93B-CC45DC36C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1413874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72E7528-48A3-AE35-CCEC-D45E16C06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2766071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6D992C7-8CBB-BCF0-E34C-FF4FE2954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2766071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43E2C1B-FC80-1D72-13A9-F2F34DA93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2766071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D547AF-24B8-1345-B5DA-0548F40CB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2771382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F1102F2-A323-60EC-9B52-6E2BBDE8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40" y="2752794"/>
            <a:ext cx="974921" cy="1371600"/>
          </a:xfrm>
          <a:prstGeom prst="rect">
            <a:avLst/>
          </a:prstGeom>
        </p:spPr>
      </p:pic>
      <p:pic>
        <p:nvPicPr>
          <p:cNvPr id="37" name="Picture 3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E51BFFB-F77D-82DF-19E6-526AF541D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2776693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96EA533-03E9-5EE9-8DC1-317BD76D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2776693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2832A48-8678-8D37-249D-228DCBF44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2776693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AA6252-9644-D61D-9FF8-BC2327C7D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2776693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CB7D9C0-07B8-95F2-1B1B-24712275C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4104177"/>
            <a:ext cx="974921" cy="1371600"/>
          </a:xfrm>
          <a:prstGeom prst="rect">
            <a:avLst/>
          </a:prstGeom>
        </p:spPr>
      </p:pic>
      <p:pic>
        <p:nvPicPr>
          <p:cNvPr id="42" name="Picture 4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F7D0BC-69E7-14E4-220A-A4E98029C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4104177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EAE9E8B-FB86-3FD3-247D-8A83E3D3E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4104177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962D05-295A-4B9B-7619-4BA478DB7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97" y="4104177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C7AC3F-6B5B-949E-0685-18613A56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4109488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C562557-806C-C4E5-1AE0-176561BB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4114799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6A6A6BA-558C-AD26-C957-AF4EAF57B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4114799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67E1BF3-B949-BAA7-2DB8-40AEB3F7B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4114799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0A7CEB7-8557-0C9F-C6B1-68C7EBEC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4114799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F2E354-155A-1DBF-A3E5-EFDDEF3A2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4114799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7D1EADA-9EC9-25EE-866E-F64B7FBC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26350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A8530E2-7D1C-AB53-BBFF-A7A59C5F2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26350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885770D-60B8-7F98-BC35-3EB7AA9A4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26350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3E13AE5-59A6-53B1-5148-39744892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26350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2F0BF6A-BC04-AF7B-D10A-56AEA2014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431661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8EB3A4-B3AA-6B4A-8DC2-1919FD34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5436972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4702A24-7C63-6233-9D19-344A15511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5436972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C433170-1614-D1B6-1339-0ED50396D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5436972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A9EE3D3-674B-E21E-F60A-A93617897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5436972"/>
            <a:ext cx="974921" cy="13716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4816013-E962-5F24-B16A-F8708AC4C70E}"/>
              </a:ext>
            </a:extLst>
          </p:cNvPr>
          <p:cNvGrpSpPr/>
          <p:nvPr/>
        </p:nvGrpSpPr>
        <p:grpSpPr>
          <a:xfrm>
            <a:off x="2850049" y="1392630"/>
            <a:ext cx="4884581" cy="5419412"/>
            <a:chOff x="2850049" y="1392630"/>
            <a:chExt cx="4884581" cy="5419412"/>
          </a:xfrm>
        </p:grpSpPr>
        <p:pic>
          <p:nvPicPr>
            <p:cNvPr id="2" name="Picture 1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AAFA00C7-6E2A-43E7-3FE7-30E008A40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0049" y="1392630"/>
              <a:ext cx="974922" cy="1371600"/>
            </a:xfrm>
            <a:prstGeom prst="rect">
              <a:avLst/>
            </a:prstGeom>
          </p:spPr>
        </p:pic>
        <p:pic>
          <p:nvPicPr>
            <p:cNvPr id="10" name="Picture 9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C5F193B5-4FD7-DE50-6084-B7B16141C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9708" y="5440442"/>
              <a:ext cx="974922" cy="1371600"/>
            </a:xfrm>
            <a:prstGeom prst="rect">
              <a:avLst/>
            </a:prstGeom>
          </p:spPr>
        </p:pic>
        <p:pic>
          <p:nvPicPr>
            <p:cNvPr id="3" name="Picture 2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D49EEB12-3876-D1D1-E27E-519BC32FC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9272" y="2780163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8313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ACA7D-CD1F-5A1B-56C2-504DCDBB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035D669-CCBD-DD29-732D-6D1DFC9B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524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F8A387-74AF-B7C3-00A7-A523ECE9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524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F9D797D-CA16-4B83-621D-DBF5EA19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524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B03B3C-4C88-DEBF-3ECB-A0A4E0F21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524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DBD73F4-70D4-3466-FFD7-09206B8B4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9835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E1C44E5-2C10-588E-D6DD-AA6ED794F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65146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5A062B3-F682-BDF7-702D-0D8A534E3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65146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3B01CFD-C0C7-2527-1CDA-2C4DE2AD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65146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419844-DAAE-1480-DE7F-3A8812E9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65146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A6CF237-4D46-6DD7-4A32-F5CD91C6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65146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6366E1D-4528-91CE-C62D-52318A095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1403252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387C35E-F561-AF53-357B-C6FEC95B8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1403252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4F0AED1-EA9F-512C-98A9-199090DCE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1403252"/>
            <a:ext cx="974921" cy="1371600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BB5445-81D9-55D7-C368-97BE84DFF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1408563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5AD52C-5CAA-E931-98D7-F84B2695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1413874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F166568-53C3-26AA-9255-EDD30B5F3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1413874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FDEE374-D809-B1D2-7F37-1B1240B4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1413874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2CEF9D-83B2-19EC-B67E-589847F7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1413874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0977D50-19EE-ABE7-B661-0CBC188A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1413874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7237C3B-0503-513D-6011-C4EF82327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2766071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DE25A13-B2B7-6308-AF04-EFA8A37E2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2766071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60AD6E2-42F5-0F05-25D1-D41C80E6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2766071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E375DF1-3840-C166-B6AD-F4ACE22C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2771382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843A0CB-4018-0103-F762-BE26E6F9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40" y="2752794"/>
            <a:ext cx="974921" cy="1371600"/>
          </a:xfrm>
          <a:prstGeom prst="rect">
            <a:avLst/>
          </a:prstGeom>
        </p:spPr>
      </p:pic>
      <p:pic>
        <p:nvPicPr>
          <p:cNvPr id="37" name="Picture 3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358E87B-856B-4A9D-380A-36921604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2776693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EE37CCF-BC62-D51A-ED1D-B75DC820C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2776693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ECAE8B8-73B7-8FE8-6FBC-6D060CB54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2776693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DF007C6-4D10-58E5-E8F3-E124314C3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2776693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AFD331C-9B76-5545-F393-94E55121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4104177"/>
            <a:ext cx="974921" cy="1371600"/>
          </a:xfrm>
          <a:prstGeom prst="rect">
            <a:avLst/>
          </a:prstGeom>
        </p:spPr>
      </p:pic>
      <p:pic>
        <p:nvPicPr>
          <p:cNvPr id="42" name="Picture 4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CE4328-2B96-708B-DEC8-28F81D4DB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4104177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D958E68-2A6A-D03B-A52D-39EDB99AA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4104177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4179544-7F22-EFE7-78E3-F00FF3B7D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97" y="4104177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7F8ADE-A4DC-0670-D0E0-F6E487B3F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4109488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6571A27-3E6D-8A79-E7BA-D800DBCDE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4114799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F247637-3E47-1CAF-552F-F3BF65D7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4114799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B372A3F-B991-AB54-FAC4-AC7AC41D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4114799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83240D9-1BA4-B885-42B9-4D1A95C7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4114799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CCD3FE8-2B78-5B2D-B3D9-DEB711AE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4114799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8BE2A45-01C0-1BDC-F515-91ED7BF69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26350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A6E6C54-DAA1-82C5-ADE6-DE16AE80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26350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ACFD15C-EAB5-FFEF-76BE-FE77836C0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26350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E98CDC-84FB-97EE-CEF2-63D811FA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26350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CDC765-DF7D-3410-B2EF-D43C4EE96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431661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7842A38-18D5-885B-77BE-D07B1F7E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5436972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5E1C86D-4F4D-AA59-33F5-977716773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5436972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47B6FCB-F8E8-C5BA-0768-348657F7A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5436972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5662CE-930B-35DF-50FF-2F7267ACF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5436972"/>
            <a:ext cx="974921" cy="1371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5F301DE-BCD3-4C43-720A-3998B24FFA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8A56A72-6C5A-DA87-E215-0571071FDBBF}"/>
              </a:ext>
            </a:extLst>
          </p:cNvPr>
          <p:cNvGrpSpPr/>
          <p:nvPr/>
        </p:nvGrpSpPr>
        <p:grpSpPr>
          <a:xfrm>
            <a:off x="2850049" y="1392630"/>
            <a:ext cx="4884581" cy="5419412"/>
            <a:chOff x="2850049" y="1392630"/>
            <a:chExt cx="4884581" cy="5419412"/>
          </a:xfrm>
        </p:grpSpPr>
        <p:pic>
          <p:nvPicPr>
            <p:cNvPr id="2" name="Picture 1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5B893A26-4FEF-1F6B-6BF3-8E3629A4D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0049" y="1392630"/>
              <a:ext cx="974922" cy="1371600"/>
            </a:xfrm>
            <a:prstGeom prst="rect">
              <a:avLst/>
            </a:prstGeom>
          </p:spPr>
        </p:pic>
        <p:pic>
          <p:nvPicPr>
            <p:cNvPr id="10" name="Picture 9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7FC9D97F-FE63-D222-2B8A-55BAD6920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9708" y="5440442"/>
              <a:ext cx="974922" cy="1371600"/>
            </a:xfrm>
            <a:prstGeom prst="rect">
              <a:avLst/>
            </a:prstGeom>
          </p:spPr>
        </p:pic>
        <p:pic>
          <p:nvPicPr>
            <p:cNvPr id="3" name="Picture 2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2E130AD0-AF6F-C38E-FB74-37DCC434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9272" y="2780163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0873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B7F5-69AF-6518-8774-022AF2AE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02E5E89-A07A-DAD0-633E-F19E3CE1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524"/>
            <a:ext cx="974921" cy="1371600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6C84EA-E77B-CF7E-4847-384B28AA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524"/>
            <a:ext cx="974921" cy="1371600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23D4F45-383B-5674-BDB0-0CE312B80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524"/>
            <a:ext cx="974921" cy="1371600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11034D-A684-578A-18FB-A5DE59830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524"/>
            <a:ext cx="974921" cy="1371600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2ECC573-2C7E-5A01-1ABE-AAFFD75BD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9835"/>
            <a:ext cx="974921" cy="1371600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FD9FB2-4238-9974-29B7-A893A1927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65146"/>
            <a:ext cx="974921" cy="1371600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E735A7C-EC06-8150-FF79-CF910864F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65146"/>
            <a:ext cx="974921" cy="1371600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292070-CF2F-DF8A-531B-2CD0D149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65146"/>
            <a:ext cx="974921" cy="1371600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B953C6-8BA3-D4BE-1E37-DBA26D515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65146"/>
            <a:ext cx="974921" cy="1371600"/>
          </a:xfrm>
          <a:prstGeom prst="rect">
            <a:avLst/>
          </a:prstGeom>
        </p:spPr>
      </p:pic>
      <p:pic>
        <p:nvPicPr>
          <p:cNvPr id="15" name="Picture 1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62A8402-A5A5-E394-6EA1-52704C2CF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65146"/>
            <a:ext cx="974921" cy="1371600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CFE995B-AE1D-5899-5537-36F061C9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1403252"/>
            <a:ext cx="974921" cy="1371600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90C3BDB-37E8-888D-975F-C43B127A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1403252"/>
            <a:ext cx="974921" cy="1371600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B49BBEC-72DA-5A6C-5F95-C97F879C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1403252"/>
            <a:ext cx="974921" cy="1371600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A4B7AE4-B350-95A0-3A58-0D9D756E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1408563"/>
            <a:ext cx="974921" cy="1371600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122C44-E8E8-2B1A-4890-5E375F0CC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1413874"/>
            <a:ext cx="974921" cy="1371600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831B44F-3B49-B219-E203-C1353CDF2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1413874"/>
            <a:ext cx="974921" cy="1371600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1ECEFC4-83F1-988C-9271-392533F4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1413874"/>
            <a:ext cx="974921" cy="1371600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2794A55-0441-39B4-66A1-C3E4408B8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1413874"/>
            <a:ext cx="974921" cy="1371600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6C81532-3F3B-3ECD-6E44-F64949B82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1413874"/>
            <a:ext cx="974921" cy="1371600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749E6F9-0927-EFDC-B668-A2F0055F6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2766071"/>
            <a:ext cx="974921" cy="1371600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02ED63-2250-C744-D02D-B822C314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2766071"/>
            <a:ext cx="974921" cy="1371600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8735D8-9566-BB01-6E1C-D060D8DAE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2766071"/>
            <a:ext cx="974921" cy="1371600"/>
          </a:xfrm>
          <a:prstGeom prst="rect">
            <a:avLst/>
          </a:prstGeom>
        </p:spPr>
      </p:pic>
      <p:pic>
        <p:nvPicPr>
          <p:cNvPr id="35" name="Picture 3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CC46E8-D9A7-C158-4D93-7140A9BF5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2771382"/>
            <a:ext cx="974921" cy="1371600"/>
          </a:xfrm>
          <a:prstGeom prst="rect">
            <a:avLst/>
          </a:prstGeom>
        </p:spPr>
      </p:pic>
      <p:pic>
        <p:nvPicPr>
          <p:cNvPr id="36" name="Picture 3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D2C2D2-92CB-367F-2FFC-D88C7F06D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40" y="2752794"/>
            <a:ext cx="974921" cy="1371600"/>
          </a:xfrm>
          <a:prstGeom prst="rect">
            <a:avLst/>
          </a:prstGeom>
        </p:spPr>
      </p:pic>
      <p:pic>
        <p:nvPicPr>
          <p:cNvPr id="37" name="Picture 3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8A9BC1E-4A35-8DD6-7F6A-79DBDDA60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2776693"/>
            <a:ext cx="974921" cy="1371600"/>
          </a:xfrm>
          <a:prstGeom prst="rect">
            <a:avLst/>
          </a:prstGeom>
        </p:spPr>
      </p:pic>
      <p:pic>
        <p:nvPicPr>
          <p:cNvPr id="38" name="Picture 3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46C6021-8E79-3B78-E5AD-143076CD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2776693"/>
            <a:ext cx="974921" cy="1371600"/>
          </a:xfrm>
          <a:prstGeom prst="rect">
            <a:avLst/>
          </a:prstGeom>
        </p:spPr>
      </p:pic>
      <p:pic>
        <p:nvPicPr>
          <p:cNvPr id="39" name="Picture 3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4DBA48-A897-CAD3-3FE8-66BFB53E6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2776693"/>
            <a:ext cx="974921" cy="1371600"/>
          </a:xfrm>
          <a:prstGeom prst="rect">
            <a:avLst/>
          </a:prstGeom>
        </p:spPr>
      </p:pic>
      <p:pic>
        <p:nvPicPr>
          <p:cNvPr id="40" name="Picture 3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AE2746A-D9E6-D9AF-A74A-54BE1E58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2776693"/>
            <a:ext cx="974921" cy="1371600"/>
          </a:xfrm>
          <a:prstGeom prst="rect">
            <a:avLst/>
          </a:prstGeom>
        </p:spPr>
      </p:pic>
      <p:pic>
        <p:nvPicPr>
          <p:cNvPr id="41" name="Picture 4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1F61E5D-15E0-3CC1-43A6-3C1B0CC03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4104177"/>
            <a:ext cx="974921" cy="1371600"/>
          </a:xfrm>
          <a:prstGeom prst="rect">
            <a:avLst/>
          </a:prstGeom>
        </p:spPr>
      </p:pic>
      <p:pic>
        <p:nvPicPr>
          <p:cNvPr id="42" name="Picture 4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05D2AF2-EDD6-B92C-8893-C5B4E16B1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4104177"/>
            <a:ext cx="974921" cy="1371600"/>
          </a:xfrm>
          <a:prstGeom prst="rect">
            <a:avLst/>
          </a:prstGeom>
        </p:spPr>
      </p:pic>
      <p:pic>
        <p:nvPicPr>
          <p:cNvPr id="43" name="Picture 4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2F5141E-E702-5E79-B198-86E4C15EA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4104177"/>
            <a:ext cx="974921" cy="1371600"/>
          </a:xfrm>
          <a:prstGeom prst="rect">
            <a:avLst/>
          </a:prstGeom>
        </p:spPr>
      </p:pic>
      <p:pic>
        <p:nvPicPr>
          <p:cNvPr id="44" name="Picture 4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095AAE-ED2E-2F89-027E-BBD4D859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97" y="4104177"/>
            <a:ext cx="974921" cy="1371600"/>
          </a:xfrm>
          <a:prstGeom prst="rect">
            <a:avLst/>
          </a:prstGeom>
        </p:spPr>
      </p:pic>
      <p:pic>
        <p:nvPicPr>
          <p:cNvPr id="45" name="Picture 4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856D5B0-165A-7DAD-4D78-CAD2B6A03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4109488"/>
            <a:ext cx="974921" cy="1371600"/>
          </a:xfrm>
          <a:prstGeom prst="rect">
            <a:avLst/>
          </a:prstGeom>
        </p:spPr>
      </p:pic>
      <p:pic>
        <p:nvPicPr>
          <p:cNvPr id="46" name="Picture 4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94FFF18-6B7C-F2CD-CEC7-89683BFDA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4114799"/>
            <a:ext cx="974921" cy="1371600"/>
          </a:xfrm>
          <a:prstGeom prst="rect">
            <a:avLst/>
          </a:prstGeom>
        </p:spPr>
      </p:pic>
      <p:pic>
        <p:nvPicPr>
          <p:cNvPr id="47" name="Picture 4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C530AD9-AB7B-1DAD-4FB1-F577D8CC3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4114799"/>
            <a:ext cx="974921" cy="1371600"/>
          </a:xfrm>
          <a:prstGeom prst="rect">
            <a:avLst/>
          </a:prstGeom>
        </p:spPr>
      </p:pic>
      <p:pic>
        <p:nvPicPr>
          <p:cNvPr id="48" name="Picture 4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C173ECB-6A98-E079-A443-2A2F7784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2" y="4114799"/>
            <a:ext cx="974921" cy="1371600"/>
          </a:xfrm>
          <a:prstGeom prst="rect">
            <a:avLst/>
          </a:prstGeom>
        </p:spPr>
      </p:pic>
      <p:pic>
        <p:nvPicPr>
          <p:cNvPr id="49" name="Picture 4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6786296-048C-CD78-1F19-DE0DEBAD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4114799"/>
            <a:ext cx="974921" cy="1371600"/>
          </a:xfrm>
          <a:prstGeom prst="rect">
            <a:avLst/>
          </a:prstGeom>
        </p:spPr>
      </p:pic>
      <p:pic>
        <p:nvPicPr>
          <p:cNvPr id="50" name="Picture 4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8EC8817-6014-C646-5DAB-69302FA81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4114799"/>
            <a:ext cx="974921" cy="1371600"/>
          </a:xfrm>
          <a:prstGeom prst="rect">
            <a:avLst/>
          </a:prstGeom>
        </p:spPr>
      </p:pic>
      <p:pic>
        <p:nvPicPr>
          <p:cNvPr id="51" name="Picture 5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83C77D3-FE5B-A368-5917-F4411A87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4" y="5426350"/>
            <a:ext cx="974921" cy="1371600"/>
          </a:xfrm>
          <a:prstGeom prst="rect">
            <a:avLst/>
          </a:prstGeom>
        </p:spPr>
      </p:pic>
      <p:pic>
        <p:nvPicPr>
          <p:cNvPr id="52" name="Picture 5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5A96E18-9601-19D3-1605-8EFC6FE27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53" y="5426350"/>
            <a:ext cx="974921" cy="1371600"/>
          </a:xfrm>
          <a:prstGeom prst="rect">
            <a:avLst/>
          </a:prstGeom>
        </p:spPr>
      </p:pic>
      <p:pic>
        <p:nvPicPr>
          <p:cNvPr id="53" name="Picture 5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081945E-4380-FFB2-C833-E8E54D3DB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76" y="5426350"/>
            <a:ext cx="974921" cy="1371600"/>
          </a:xfrm>
          <a:prstGeom prst="rect">
            <a:avLst/>
          </a:prstGeom>
        </p:spPr>
      </p:pic>
      <p:pic>
        <p:nvPicPr>
          <p:cNvPr id="54" name="Picture 5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7833680-26F1-8306-E4CC-1080F4E05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5" y="5426350"/>
            <a:ext cx="974921" cy="1371600"/>
          </a:xfrm>
          <a:prstGeom prst="rect">
            <a:avLst/>
          </a:prstGeom>
        </p:spPr>
      </p:pic>
      <p:pic>
        <p:nvPicPr>
          <p:cNvPr id="55" name="Picture 5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C494D16-3414-4431-2951-796A92CF8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48" y="5431661"/>
            <a:ext cx="974921" cy="1371600"/>
          </a:xfrm>
          <a:prstGeom prst="rect">
            <a:avLst/>
          </a:prstGeom>
        </p:spPr>
      </p:pic>
      <p:pic>
        <p:nvPicPr>
          <p:cNvPr id="56" name="Picture 5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E9640A6-A207-9929-D3AE-0DFBA49D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299" y="5436972"/>
            <a:ext cx="974921" cy="1371600"/>
          </a:xfrm>
          <a:prstGeom prst="rect">
            <a:avLst/>
          </a:prstGeom>
        </p:spPr>
      </p:pic>
      <p:pic>
        <p:nvPicPr>
          <p:cNvPr id="57" name="Picture 5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CFEDF3-10AB-2F3F-1F77-AF8B52912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039" y="5436972"/>
            <a:ext cx="974921" cy="1371600"/>
          </a:xfrm>
          <a:prstGeom prst="rect">
            <a:avLst/>
          </a:prstGeom>
        </p:spPr>
      </p:pic>
      <p:pic>
        <p:nvPicPr>
          <p:cNvPr id="59" name="Picture 5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BC2AF91-5564-751E-1A8C-D57D9BA97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143" y="5436972"/>
            <a:ext cx="974921" cy="1371600"/>
          </a:xfrm>
          <a:prstGeom prst="rect">
            <a:avLst/>
          </a:prstGeom>
        </p:spPr>
      </p:pic>
      <p:pic>
        <p:nvPicPr>
          <p:cNvPr id="60" name="Picture 5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C0D1995-5756-8B3D-09E2-E5FB57493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091" y="5436972"/>
            <a:ext cx="974921" cy="13716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BBAA13-1A1F-07FE-CD63-2813E1F400F3}"/>
              </a:ext>
            </a:extLst>
          </p:cNvPr>
          <p:cNvGrpSpPr/>
          <p:nvPr/>
        </p:nvGrpSpPr>
        <p:grpSpPr>
          <a:xfrm>
            <a:off x="2850049" y="1392630"/>
            <a:ext cx="4884581" cy="5419412"/>
            <a:chOff x="2850049" y="1392630"/>
            <a:chExt cx="4884581" cy="5419412"/>
          </a:xfrm>
        </p:grpSpPr>
        <p:pic>
          <p:nvPicPr>
            <p:cNvPr id="2" name="Picture 1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3FB30B98-3593-AD3B-7122-3A65C853E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0049" y="1392630"/>
              <a:ext cx="974922" cy="1371600"/>
            </a:xfrm>
            <a:prstGeom prst="rect">
              <a:avLst/>
            </a:prstGeom>
          </p:spPr>
        </p:pic>
        <p:pic>
          <p:nvPicPr>
            <p:cNvPr id="10" name="Picture 9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9F1A82D3-912A-3958-03A7-9F4C71539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9708" y="5440442"/>
              <a:ext cx="974922" cy="1371600"/>
            </a:xfrm>
            <a:prstGeom prst="rect">
              <a:avLst/>
            </a:prstGeom>
          </p:spPr>
        </p:pic>
        <p:pic>
          <p:nvPicPr>
            <p:cNvPr id="3" name="Picture 2" descr="A screen shot of a phone&#10;&#10;Description automatically generated">
              <a:extLst>
                <a:ext uri="{FF2B5EF4-FFF2-40B4-BE49-F238E27FC236}">
                  <a16:creationId xmlns:a16="http://schemas.microsoft.com/office/drawing/2014/main" id="{9357361A-77C5-A2B8-858A-5B0F4E5A9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9272" y="2780163"/>
              <a:ext cx="97492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7920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</Words>
  <Application>Microsoft Macintosh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surprising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unsurprising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OKeeffe</dc:creator>
  <cp:lastModifiedBy>Misha OKeeffe</cp:lastModifiedBy>
  <cp:revision>3</cp:revision>
  <dcterms:created xsi:type="dcterms:W3CDTF">2025-09-30T17:47:28Z</dcterms:created>
  <dcterms:modified xsi:type="dcterms:W3CDTF">2025-10-16T22:06:06Z</dcterms:modified>
</cp:coreProperties>
</file>